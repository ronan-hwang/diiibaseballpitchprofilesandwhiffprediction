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4"/>
    <p:sldMasterId id="214748370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IBM Plex Sans"/>
      <p:regular r:id="rId30"/>
      <p:bold r:id="rId31"/>
      <p:italic r:id="rId32"/>
      <p:boldItalic r:id="rId33"/>
    </p:embeddedFont>
    <p:embeddedFont>
      <p:font typeface="IBM Plex Sans Light"/>
      <p:regular r:id="rId34"/>
      <p:bold r:id="rId35"/>
      <p:italic r:id="rId36"/>
      <p:boldItalic r:id="rId37"/>
    </p:embeddedFont>
    <p:embeddedFont>
      <p:font typeface="IBM Plex Sans Medium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Medium-italic.fntdata"/><Relationship Id="rId20" Type="http://schemas.openxmlformats.org/officeDocument/2006/relationships/slide" Target="slides/slide14.xml"/><Relationship Id="rId41" Type="http://schemas.openxmlformats.org/officeDocument/2006/relationships/font" Target="fonts/IBMPlexSansMedium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Sans-bold.fntdata"/><Relationship Id="rId30" Type="http://schemas.openxmlformats.org/officeDocument/2006/relationships/font" Target="fonts/IBMPlexSans-regular.fntdata"/><Relationship Id="rId11" Type="http://schemas.openxmlformats.org/officeDocument/2006/relationships/slide" Target="slides/slide5.xml"/><Relationship Id="rId33" Type="http://schemas.openxmlformats.org/officeDocument/2006/relationships/font" Target="fonts/IBMPlexSans-boldItalic.fntdata"/><Relationship Id="rId10" Type="http://schemas.openxmlformats.org/officeDocument/2006/relationships/slide" Target="slides/slide4.xml"/><Relationship Id="rId32" Type="http://schemas.openxmlformats.org/officeDocument/2006/relationships/font" Target="fonts/IBMPlexSans-italic.fntdata"/><Relationship Id="rId13" Type="http://schemas.openxmlformats.org/officeDocument/2006/relationships/slide" Target="slides/slide7.xml"/><Relationship Id="rId35" Type="http://schemas.openxmlformats.org/officeDocument/2006/relationships/font" Target="fonts/IBMPlexSansLight-bold.fntdata"/><Relationship Id="rId12" Type="http://schemas.openxmlformats.org/officeDocument/2006/relationships/slide" Target="slides/slide6.xml"/><Relationship Id="rId34" Type="http://schemas.openxmlformats.org/officeDocument/2006/relationships/font" Target="fonts/IBMPlexSansLight-regular.fntdata"/><Relationship Id="rId15" Type="http://schemas.openxmlformats.org/officeDocument/2006/relationships/slide" Target="slides/slide9.xml"/><Relationship Id="rId37" Type="http://schemas.openxmlformats.org/officeDocument/2006/relationships/font" Target="fonts/IBMPlexSansLight-boldItalic.fntdata"/><Relationship Id="rId14" Type="http://schemas.openxmlformats.org/officeDocument/2006/relationships/slide" Target="slides/slide8.xml"/><Relationship Id="rId36" Type="http://schemas.openxmlformats.org/officeDocument/2006/relationships/font" Target="fonts/IBMPlexSansLight-italic.fntdata"/><Relationship Id="rId17" Type="http://schemas.openxmlformats.org/officeDocument/2006/relationships/slide" Target="slides/slide11.xml"/><Relationship Id="rId39" Type="http://schemas.openxmlformats.org/officeDocument/2006/relationships/font" Target="fonts/IBMPlexSansMedium-bold.fntdata"/><Relationship Id="rId16" Type="http://schemas.openxmlformats.org/officeDocument/2006/relationships/slide" Target="slides/slide10.xml"/><Relationship Id="rId38" Type="http://schemas.openxmlformats.org/officeDocument/2006/relationships/font" Target="fonts/IBMPlexSansMedium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97389107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97389107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974945b8e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974945b8e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97389107c8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97389107c8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974945b8e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974945b8e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9756fc66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9756fc66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7155c74f3147b04d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7155c74f3147b04d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7155c74f3147b04d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7155c74f3147b04d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7155c74f3147b04d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7155c74f3147b04d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7155c74f3147b04d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7155c74f3147b04d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974945b8e1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974945b8e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977e2a69a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977e2a69a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974945b8e1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974945b8e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977e2a69a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977e2a69a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977e2a69a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977e2a69a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974945b8e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974945b8e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974945b8e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974945b8e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977e2a69a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977e2a69a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977e2a69a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977e2a69a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977e2a69a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977e2a69a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977e2a69a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977e2a69a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974945b8e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974945b8e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977e2a69a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977e2a69a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977e2a69a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977e2a69a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4"/>
          <p:cNvSpPr/>
          <p:nvPr/>
        </p:nvSpPr>
        <p:spPr>
          <a:xfrm rot="-5400000">
            <a:off x="5097975" y="1801250"/>
            <a:ext cx="8097300" cy="8097300"/>
          </a:xfrm>
          <a:prstGeom prst="arc">
            <a:avLst>
              <a:gd fmla="val 168012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7" name="Google Shape;57;p14"/>
          <p:cNvSpPr/>
          <p:nvPr/>
        </p:nvSpPr>
        <p:spPr>
          <a:xfrm rot="-5400000">
            <a:off x="6469500" y="3176690"/>
            <a:ext cx="5354400" cy="5354700"/>
          </a:xfrm>
          <a:prstGeom prst="arc">
            <a:avLst>
              <a:gd fmla="val 17122104" name="adj1"/>
              <a:gd fmla="val 64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8" name="Google Shape;58;p14"/>
          <p:cNvSpPr/>
          <p:nvPr/>
        </p:nvSpPr>
        <p:spPr>
          <a:xfrm rot="-5400000">
            <a:off x="7851600" y="4554800"/>
            <a:ext cx="2590200" cy="2590500"/>
          </a:xfrm>
          <a:prstGeom prst="arc">
            <a:avLst>
              <a:gd fmla="val 181791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59" name="Google Shape;59;p14"/>
          <p:cNvCxnSpPr/>
          <p:nvPr/>
        </p:nvCxnSpPr>
        <p:spPr>
          <a:xfrm>
            <a:off x="-3700" y="31784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4"/>
          <p:cNvCxnSpPr/>
          <p:nvPr/>
        </p:nvCxnSpPr>
        <p:spPr>
          <a:xfrm>
            <a:off x="-3700" y="45554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4"/>
          <p:cNvSpPr/>
          <p:nvPr/>
        </p:nvSpPr>
        <p:spPr>
          <a:xfrm>
            <a:off x="-704795" y="3178455"/>
            <a:ext cx="1377000" cy="1377000"/>
          </a:xfrm>
          <a:prstGeom prst="arc">
            <a:avLst>
              <a:gd fmla="val 16292481" name="adj1"/>
              <a:gd fmla="val 5314968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2" name="Google Shape;62;p14"/>
          <p:cNvSpPr/>
          <p:nvPr/>
        </p:nvSpPr>
        <p:spPr>
          <a:xfrm rot="10800000">
            <a:off x="8451707" y="1801501"/>
            <a:ext cx="1377000" cy="1377000"/>
          </a:xfrm>
          <a:prstGeom prst="arc">
            <a:avLst>
              <a:gd fmla="val 16200000" name="adj1"/>
              <a:gd fmla="val 5431293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3" name="Google Shape;63;p14"/>
          <p:cNvSpPr/>
          <p:nvPr/>
        </p:nvSpPr>
        <p:spPr>
          <a:xfrm rot="-5400000">
            <a:off x="5151857" y="4555451"/>
            <a:ext cx="1377000" cy="1377000"/>
          </a:xfrm>
          <a:prstGeom prst="arc">
            <a:avLst>
              <a:gd fmla="val 16691316" name="adj1"/>
              <a:gd fmla="val 4902631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436725" y="713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436725" y="4683700"/>
            <a:ext cx="4346700" cy="228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6" name="Google Shape;66;p1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14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71" name="Google Shape;71;p15"/>
          <p:cNvCxnSpPr/>
          <p:nvPr/>
        </p:nvCxnSpPr>
        <p:spPr>
          <a:xfrm>
            <a:off x="-9" y="1798332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" name="Google Shape;74;p15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5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lt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436725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6"/>
          <p:cNvSpPr txBox="1"/>
          <p:nvPr>
            <p:ph idx="2" type="subTitle"/>
          </p:nvPr>
        </p:nvSpPr>
        <p:spPr>
          <a:xfrm>
            <a:off x="3527938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idx="3" type="subTitle"/>
          </p:nvPr>
        </p:nvSpPr>
        <p:spPr>
          <a:xfrm>
            <a:off x="6461650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idx="6" type="body"/>
          </p:nvPr>
        </p:nvSpPr>
        <p:spPr>
          <a:xfrm>
            <a:off x="43672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6"/>
          <p:cNvSpPr txBox="1"/>
          <p:nvPr>
            <p:ph idx="7" type="body"/>
          </p:nvPr>
        </p:nvSpPr>
        <p:spPr>
          <a:xfrm>
            <a:off x="352802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16"/>
          <p:cNvSpPr txBox="1"/>
          <p:nvPr>
            <p:ph idx="8" type="body"/>
          </p:nvPr>
        </p:nvSpPr>
        <p:spPr>
          <a:xfrm>
            <a:off x="646157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2_1">
    <p:bg>
      <p:bgPr>
        <a:solidFill>
          <a:schemeClr val="dk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 flipH="1" rot="5400000">
            <a:off x="-2420625" y="3029200"/>
            <a:ext cx="7621800" cy="7621800"/>
          </a:xfrm>
          <a:prstGeom prst="arc">
            <a:avLst>
              <a:gd fmla="val 17782811" name="adj1"/>
              <a:gd fmla="val 1289626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0" name="Google Shape;90;p17"/>
          <p:cNvSpPr txBox="1"/>
          <p:nvPr>
            <p:ph type="title"/>
          </p:nvPr>
        </p:nvSpPr>
        <p:spPr>
          <a:xfrm>
            <a:off x="436725" y="647525"/>
            <a:ext cx="27180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idx="1" type="subTitle"/>
          </p:nvPr>
        </p:nvSpPr>
        <p:spPr>
          <a:xfrm>
            <a:off x="6444950" y="7282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17"/>
          <p:cNvSpPr/>
          <p:nvPr/>
        </p:nvSpPr>
        <p:spPr>
          <a:xfrm flipH="1">
            <a:off x="53468" y="3098413"/>
            <a:ext cx="1296900" cy="1296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93" name="Google Shape;93;p17"/>
          <p:cNvCxnSpPr/>
          <p:nvPr/>
        </p:nvCxnSpPr>
        <p:spPr>
          <a:xfrm rot="10800000">
            <a:off x="1390200" y="4326200"/>
            <a:ext cx="77538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7"/>
          <p:cNvSpPr/>
          <p:nvPr/>
        </p:nvSpPr>
        <p:spPr>
          <a:xfrm flipH="1" rot="5400000">
            <a:off x="-1129814" y="4323837"/>
            <a:ext cx="5040000" cy="5040300"/>
          </a:xfrm>
          <a:prstGeom prst="arc">
            <a:avLst>
              <a:gd fmla="val 18735356" name="adj1"/>
              <a:gd fmla="val 2015187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5" name="Google Shape;95;p17"/>
          <p:cNvSpPr/>
          <p:nvPr/>
        </p:nvSpPr>
        <p:spPr>
          <a:xfrm flipH="1" rot="5400000">
            <a:off x="3295500" y="4326000"/>
            <a:ext cx="1299900" cy="1299900"/>
          </a:xfrm>
          <a:prstGeom prst="arc">
            <a:avLst>
              <a:gd fmla="val 15272596" name="adj1"/>
              <a:gd fmla="val 6315880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7" name="Google Shape;97;p1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7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4" type="subTitle"/>
          </p:nvPr>
        </p:nvSpPr>
        <p:spPr>
          <a:xfrm>
            <a:off x="6444950" y="12352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idx="5" type="subTitle"/>
          </p:nvPr>
        </p:nvSpPr>
        <p:spPr>
          <a:xfrm>
            <a:off x="6444950" y="17421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17"/>
          <p:cNvSpPr txBox="1"/>
          <p:nvPr>
            <p:ph idx="6" type="subTitle"/>
          </p:nvPr>
        </p:nvSpPr>
        <p:spPr>
          <a:xfrm>
            <a:off x="6444950" y="22491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7"/>
          <p:cNvSpPr txBox="1"/>
          <p:nvPr>
            <p:ph idx="7" type="subTitle"/>
          </p:nvPr>
        </p:nvSpPr>
        <p:spPr>
          <a:xfrm>
            <a:off x="6444950" y="27560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" name="Google Shape;104;p17"/>
          <p:cNvSpPr txBox="1"/>
          <p:nvPr>
            <p:ph idx="8" type="subTitle"/>
          </p:nvPr>
        </p:nvSpPr>
        <p:spPr>
          <a:xfrm>
            <a:off x="6444950" y="32630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9" type="subTitle"/>
          </p:nvPr>
        </p:nvSpPr>
        <p:spPr>
          <a:xfrm>
            <a:off x="6080700" y="7282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" name="Google Shape;106;p17"/>
          <p:cNvSpPr txBox="1"/>
          <p:nvPr>
            <p:ph idx="13" type="subTitle"/>
          </p:nvPr>
        </p:nvSpPr>
        <p:spPr>
          <a:xfrm>
            <a:off x="6080700" y="12352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14" type="subTitle"/>
          </p:nvPr>
        </p:nvSpPr>
        <p:spPr>
          <a:xfrm>
            <a:off x="6080700" y="17421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idx="15" type="subTitle"/>
          </p:nvPr>
        </p:nvSpPr>
        <p:spPr>
          <a:xfrm>
            <a:off x="6080700" y="22491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idx="16" type="subTitle"/>
          </p:nvPr>
        </p:nvSpPr>
        <p:spPr>
          <a:xfrm>
            <a:off x="6080700" y="27560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17"/>
          <p:cNvSpPr txBox="1"/>
          <p:nvPr>
            <p:ph idx="17" type="subTitle"/>
          </p:nvPr>
        </p:nvSpPr>
        <p:spPr>
          <a:xfrm>
            <a:off x="6080700" y="32630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_4">
    <p:bg>
      <p:bgPr>
        <a:solidFill>
          <a:schemeClr val="lt2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/>
          <p:nvPr/>
        </p:nvSpPr>
        <p:spPr>
          <a:xfrm flipH="1" rot="-5400205">
            <a:off x="3801104" y="-3647425"/>
            <a:ext cx="5040000" cy="5040600"/>
          </a:xfrm>
          <a:prstGeom prst="arc">
            <a:avLst>
              <a:gd fmla="val 17789929" name="adj1"/>
              <a:gd fmla="val 3811513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13" name="Google Shape;113;p18"/>
          <p:cNvCxnSpPr/>
          <p:nvPr/>
        </p:nvCxnSpPr>
        <p:spPr>
          <a:xfrm>
            <a:off x="-9" y="1392875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18"/>
          <p:cNvSpPr/>
          <p:nvPr>
            <p:ph idx="2" type="pic"/>
          </p:nvPr>
        </p:nvSpPr>
        <p:spPr>
          <a:xfrm>
            <a:off x="440400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15" name="Google Shape;115;p18"/>
          <p:cNvSpPr txBox="1"/>
          <p:nvPr>
            <p:ph type="title"/>
          </p:nvPr>
        </p:nvSpPr>
        <p:spPr>
          <a:xfrm>
            <a:off x="436725" y="457200"/>
            <a:ext cx="408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436800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18"/>
          <p:cNvSpPr txBox="1"/>
          <p:nvPr>
            <p:ph idx="3" type="subTitle"/>
          </p:nvPr>
        </p:nvSpPr>
        <p:spPr>
          <a:xfrm>
            <a:off x="436725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idx="4" type="subTitle"/>
          </p:nvPr>
        </p:nvSpPr>
        <p:spPr>
          <a:xfrm>
            <a:off x="436725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18"/>
          <p:cNvSpPr txBox="1"/>
          <p:nvPr>
            <p:ph idx="5" type="body"/>
          </p:nvPr>
        </p:nvSpPr>
        <p:spPr>
          <a:xfrm>
            <a:off x="1832019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18"/>
          <p:cNvSpPr txBox="1"/>
          <p:nvPr>
            <p:ph idx="6" type="subTitle"/>
          </p:nvPr>
        </p:nvSpPr>
        <p:spPr>
          <a:xfrm>
            <a:off x="1831944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18"/>
          <p:cNvSpPr txBox="1"/>
          <p:nvPr>
            <p:ph idx="7" type="subTitle"/>
          </p:nvPr>
        </p:nvSpPr>
        <p:spPr>
          <a:xfrm>
            <a:off x="1831944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" name="Google Shape;122;p18"/>
          <p:cNvSpPr txBox="1"/>
          <p:nvPr>
            <p:ph idx="8" type="body"/>
          </p:nvPr>
        </p:nvSpPr>
        <p:spPr>
          <a:xfrm>
            <a:off x="322724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9" type="subTitle"/>
          </p:nvPr>
        </p:nvSpPr>
        <p:spPr>
          <a:xfrm>
            <a:off x="322716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18"/>
          <p:cNvSpPr txBox="1"/>
          <p:nvPr>
            <p:ph idx="13" type="subTitle"/>
          </p:nvPr>
        </p:nvSpPr>
        <p:spPr>
          <a:xfrm>
            <a:off x="322716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18"/>
          <p:cNvSpPr txBox="1"/>
          <p:nvPr>
            <p:ph idx="14" type="body"/>
          </p:nvPr>
        </p:nvSpPr>
        <p:spPr>
          <a:xfrm>
            <a:off x="4609566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18"/>
          <p:cNvSpPr txBox="1"/>
          <p:nvPr>
            <p:ph idx="15" type="subTitle"/>
          </p:nvPr>
        </p:nvSpPr>
        <p:spPr>
          <a:xfrm>
            <a:off x="4609491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18"/>
          <p:cNvSpPr txBox="1"/>
          <p:nvPr>
            <p:ph idx="16" type="subTitle"/>
          </p:nvPr>
        </p:nvSpPr>
        <p:spPr>
          <a:xfrm>
            <a:off x="4609491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8"/>
          <p:cNvSpPr txBox="1"/>
          <p:nvPr>
            <p:ph idx="17" type="body"/>
          </p:nvPr>
        </p:nvSpPr>
        <p:spPr>
          <a:xfrm>
            <a:off x="601173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18"/>
          <p:cNvSpPr txBox="1"/>
          <p:nvPr>
            <p:ph idx="18" type="subTitle"/>
          </p:nvPr>
        </p:nvSpPr>
        <p:spPr>
          <a:xfrm>
            <a:off x="601165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18"/>
          <p:cNvSpPr txBox="1"/>
          <p:nvPr>
            <p:ph idx="19" type="subTitle"/>
          </p:nvPr>
        </p:nvSpPr>
        <p:spPr>
          <a:xfrm>
            <a:off x="601165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8"/>
          <p:cNvSpPr txBox="1"/>
          <p:nvPr>
            <p:ph idx="20" type="body"/>
          </p:nvPr>
        </p:nvSpPr>
        <p:spPr>
          <a:xfrm>
            <a:off x="741388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8"/>
          <p:cNvSpPr txBox="1"/>
          <p:nvPr>
            <p:ph idx="21" type="subTitle"/>
          </p:nvPr>
        </p:nvSpPr>
        <p:spPr>
          <a:xfrm>
            <a:off x="741380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18"/>
          <p:cNvSpPr txBox="1"/>
          <p:nvPr>
            <p:ph idx="22" type="subTitle"/>
          </p:nvPr>
        </p:nvSpPr>
        <p:spPr>
          <a:xfrm>
            <a:off x="741380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8"/>
          <p:cNvSpPr/>
          <p:nvPr>
            <p:ph idx="23" type="pic"/>
          </p:nvPr>
        </p:nvSpPr>
        <p:spPr>
          <a:xfrm>
            <a:off x="1832563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35" name="Google Shape;135;p18"/>
          <p:cNvSpPr/>
          <p:nvPr>
            <p:ph idx="24" type="pic"/>
          </p:nvPr>
        </p:nvSpPr>
        <p:spPr>
          <a:xfrm>
            <a:off x="322562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36" name="Google Shape;136;p18"/>
          <p:cNvSpPr/>
          <p:nvPr>
            <p:ph idx="25" type="pic"/>
          </p:nvPr>
        </p:nvSpPr>
        <p:spPr>
          <a:xfrm>
            <a:off x="4619163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37" name="Google Shape;137;p18"/>
          <p:cNvSpPr/>
          <p:nvPr>
            <p:ph idx="26" type="pic"/>
          </p:nvPr>
        </p:nvSpPr>
        <p:spPr>
          <a:xfrm>
            <a:off x="601292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38" name="Google Shape;138;p18"/>
          <p:cNvSpPr/>
          <p:nvPr>
            <p:ph idx="27" type="pic"/>
          </p:nvPr>
        </p:nvSpPr>
        <p:spPr>
          <a:xfrm>
            <a:off x="740667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39" name="Google Shape;139;p18"/>
          <p:cNvSpPr/>
          <p:nvPr/>
        </p:nvSpPr>
        <p:spPr>
          <a:xfrm>
            <a:off x="5592475" y="-26"/>
            <a:ext cx="1392900" cy="13929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0" name="Google Shape;140;p1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1" name="Google Shape;141;p1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" name="Google Shape;142;p18"/>
          <p:cNvSpPr txBox="1"/>
          <p:nvPr>
            <p:ph idx="28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9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Alt 1">
  <p:cSld name="CUSTOM_5">
    <p:bg>
      <p:bgPr>
        <a:solidFill>
          <a:schemeClr val="lt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19"/>
          <p:cNvGrpSpPr/>
          <p:nvPr/>
        </p:nvGrpSpPr>
        <p:grpSpPr>
          <a:xfrm>
            <a:off x="-3059650" y="1891300"/>
            <a:ext cx="7160400" cy="7160400"/>
            <a:chOff x="-3059650" y="1891300"/>
            <a:chExt cx="7160400" cy="7160400"/>
          </a:xfrm>
        </p:grpSpPr>
        <p:sp>
          <p:nvSpPr>
            <p:cNvPr id="146" name="Google Shape;146;p19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6510262" name="adj1"/>
                <a:gd fmla="val 503275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7" name="Google Shape;147;p19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6677462" name="adj1"/>
                <a:gd fmla="val 64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8" name="Google Shape;148;p19"/>
            <p:cNvSpPr/>
            <p:nvPr/>
          </p:nvSpPr>
          <p:spPr>
            <a:xfrm flipH="1" rot="5400000">
              <a:off x="-624715" y="4328872"/>
              <a:ext cx="2290500" cy="2290800"/>
            </a:xfrm>
            <a:prstGeom prst="arc">
              <a:avLst>
                <a:gd fmla="val 17201286" name="adj1"/>
                <a:gd fmla="val 1321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558070" y="1956378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150" name="Google Shape;150;p19"/>
            <p:cNvCxnSpPr/>
            <p:nvPr/>
          </p:nvCxnSpPr>
          <p:spPr>
            <a:xfrm>
              <a:off x="0" y="3109875"/>
              <a:ext cx="520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19"/>
            <p:cNvCxnSpPr/>
            <p:nvPr/>
          </p:nvCxnSpPr>
          <p:spPr>
            <a:xfrm>
              <a:off x="0" y="4328375"/>
              <a:ext cx="520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2" name="Google Shape;152;p19"/>
            <p:cNvSpPr/>
            <p:nvPr/>
          </p:nvSpPr>
          <p:spPr>
            <a:xfrm>
              <a:off x="2686054" y="3808633"/>
              <a:ext cx="1218300" cy="12183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53" name="Google Shape;153;p19"/>
          <p:cNvSpPr txBox="1"/>
          <p:nvPr>
            <p:ph type="title"/>
          </p:nvPr>
        </p:nvSpPr>
        <p:spPr>
          <a:xfrm>
            <a:off x="436725" y="647525"/>
            <a:ext cx="3251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" name="Google Shape;154;p19"/>
          <p:cNvSpPr/>
          <p:nvPr>
            <p:ph idx="2" type="pic"/>
          </p:nvPr>
        </p:nvSpPr>
        <p:spPr>
          <a:xfrm>
            <a:off x="4513350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5" name="Google Shape;155;p19"/>
          <p:cNvSpPr txBox="1"/>
          <p:nvPr>
            <p:ph idx="1" type="subTitle"/>
          </p:nvPr>
        </p:nvSpPr>
        <p:spPr>
          <a:xfrm>
            <a:off x="4509675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19"/>
          <p:cNvSpPr txBox="1"/>
          <p:nvPr>
            <p:ph idx="3" type="subTitle"/>
          </p:nvPr>
        </p:nvSpPr>
        <p:spPr>
          <a:xfrm>
            <a:off x="4509675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19"/>
          <p:cNvSpPr/>
          <p:nvPr>
            <p:ph idx="4" type="pic"/>
          </p:nvPr>
        </p:nvSpPr>
        <p:spPr>
          <a:xfrm>
            <a:off x="5966983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8" name="Google Shape;158;p19"/>
          <p:cNvSpPr txBox="1"/>
          <p:nvPr>
            <p:ph idx="5" type="subTitle"/>
          </p:nvPr>
        </p:nvSpPr>
        <p:spPr>
          <a:xfrm>
            <a:off x="5963308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9" name="Google Shape;159;p19"/>
          <p:cNvSpPr txBox="1"/>
          <p:nvPr>
            <p:ph idx="6" type="subTitle"/>
          </p:nvPr>
        </p:nvSpPr>
        <p:spPr>
          <a:xfrm>
            <a:off x="5963308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" name="Google Shape;160;p19"/>
          <p:cNvSpPr/>
          <p:nvPr>
            <p:ph idx="7" type="pic"/>
          </p:nvPr>
        </p:nvSpPr>
        <p:spPr>
          <a:xfrm>
            <a:off x="7397695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1" name="Google Shape;161;p19"/>
          <p:cNvSpPr txBox="1"/>
          <p:nvPr>
            <p:ph idx="8" type="subTitle"/>
          </p:nvPr>
        </p:nvSpPr>
        <p:spPr>
          <a:xfrm>
            <a:off x="7394020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9" type="subTitle"/>
          </p:nvPr>
        </p:nvSpPr>
        <p:spPr>
          <a:xfrm>
            <a:off x="7394020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3" name="Google Shape;163;p19"/>
          <p:cNvSpPr/>
          <p:nvPr>
            <p:ph idx="13" type="pic"/>
          </p:nvPr>
        </p:nvSpPr>
        <p:spPr>
          <a:xfrm>
            <a:off x="4513350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4" name="Google Shape;164;p19"/>
          <p:cNvSpPr txBox="1"/>
          <p:nvPr>
            <p:ph idx="14" type="subTitle"/>
          </p:nvPr>
        </p:nvSpPr>
        <p:spPr>
          <a:xfrm>
            <a:off x="4509675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5" name="Google Shape;165;p19"/>
          <p:cNvSpPr txBox="1"/>
          <p:nvPr>
            <p:ph idx="15" type="subTitle"/>
          </p:nvPr>
        </p:nvSpPr>
        <p:spPr>
          <a:xfrm>
            <a:off x="4509675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6" name="Google Shape;166;p19"/>
          <p:cNvSpPr/>
          <p:nvPr>
            <p:ph idx="16" type="pic"/>
          </p:nvPr>
        </p:nvSpPr>
        <p:spPr>
          <a:xfrm>
            <a:off x="5966983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7" name="Google Shape;167;p19"/>
          <p:cNvSpPr txBox="1"/>
          <p:nvPr>
            <p:ph idx="17" type="subTitle"/>
          </p:nvPr>
        </p:nvSpPr>
        <p:spPr>
          <a:xfrm>
            <a:off x="5963308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p19"/>
          <p:cNvSpPr txBox="1"/>
          <p:nvPr>
            <p:ph idx="18" type="subTitle"/>
          </p:nvPr>
        </p:nvSpPr>
        <p:spPr>
          <a:xfrm>
            <a:off x="5963308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p19"/>
          <p:cNvSpPr/>
          <p:nvPr>
            <p:ph idx="19" type="pic"/>
          </p:nvPr>
        </p:nvSpPr>
        <p:spPr>
          <a:xfrm>
            <a:off x="7397695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70" name="Google Shape;170;p19"/>
          <p:cNvSpPr txBox="1"/>
          <p:nvPr>
            <p:ph idx="20" type="subTitle"/>
          </p:nvPr>
        </p:nvSpPr>
        <p:spPr>
          <a:xfrm>
            <a:off x="7394020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1" name="Google Shape;171;p19"/>
          <p:cNvSpPr txBox="1"/>
          <p:nvPr>
            <p:ph idx="21" type="subTitle"/>
          </p:nvPr>
        </p:nvSpPr>
        <p:spPr>
          <a:xfrm>
            <a:off x="7394020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72" name="Google Shape;172;p19"/>
          <p:cNvCxnSpPr/>
          <p:nvPr/>
        </p:nvCxnSpPr>
        <p:spPr>
          <a:xfrm>
            <a:off x="4100759" y="-7950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1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4" name="Google Shape;174;p1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19"/>
          <p:cNvSpPr txBox="1"/>
          <p:nvPr>
            <p:ph idx="2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6" name="Google Shape;176;p19"/>
          <p:cNvSpPr txBox="1"/>
          <p:nvPr>
            <p:ph idx="2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CUSTOM_3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0"/>
          <p:cNvGrpSpPr/>
          <p:nvPr/>
        </p:nvGrpSpPr>
        <p:grpSpPr>
          <a:xfrm>
            <a:off x="1108912" y="-888525"/>
            <a:ext cx="6928500" cy="6928500"/>
            <a:chOff x="1108912" y="-888525"/>
            <a:chExt cx="6928500" cy="6928500"/>
          </a:xfrm>
        </p:grpSpPr>
        <p:sp>
          <p:nvSpPr>
            <p:cNvPr id="179" name="Google Shape;179;p20"/>
            <p:cNvSpPr/>
            <p:nvPr/>
          </p:nvSpPr>
          <p:spPr>
            <a:xfrm flipH="1" rot="5400000">
              <a:off x="1108912" y="-888525"/>
              <a:ext cx="6928500" cy="6928500"/>
            </a:xfrm>
            <a:prstGeom prst="arc">
              <a:avLst>
                <a:gd fmla="val 13322266" name="adj1"/>
                <a:gd fmla="val 1908743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0" name="Google Shape;180;p20"/>
            <p:cNvSpPr/>
            <p:nvPr/>
          </p:nvSpPr>
          <p:spPr>
            <a:xfrm rot="-5400000">
              <a:off x="1108912" y="-888525"/>
              <a:ext cx="6928500" cy="6928500"/>
            </a:xfrm>
            <a:prstGeom prst="arc">
              <a:avLst>
                <a:gd fmla="val 13322266" name="adj1"/>
                <a:gd fmla="val 1908743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1" name="Google Shape;181;p20"/>
            <p:cNvSpPr/>
            <p:nvPr/>
          </p:nvSpPr>
          <p:spPr>
            <a:xfrm rot="-5400000">
              <a:off x="1702778" y="-307275"/>
              <a:ext cx="5766000" cy="5766000"/>
            </a:xfrm>
            <a:prstGeom prst="arc">
              <a:avLst>
                <a:gd fmla="val 12406996" name="adj1"/>
                <a:gd fmla="val 20017194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2" name="Google Shape;182;p20"/>
            <p:cNvSpPr/>
            <p:nvPr/>
          </p:nvSpPr>
          <p:spPr>
            <a:xfrm flipH="1" rot="5400000">
              <a:off x="1690162" y="-307275"/>
              <a:ext cx="5766000" cy="5766000"/>
            </a:xfrm>
            <a:prstGeom prst="arc">
              <a:avLst>
                <a:gd fmla="val 12413905" name="adj1"/>
                <a:gd fmla="val 20023999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1111750" y="2278050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2535025" y="384000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5" name="Google Shape;185;p20"/>
            <p:cNvSpPr/>
            <p:nvPr/>
          </p:nvSpPr>
          <p:spPr>
            <a:xfrm>
              <a:off x="6142273" y="4078071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6" name="Google Shape;186;p20"/>
            <p:cNvSpPr/>
            <p:nvPr/>
          </p:nvSpPr>
          <p:spPr>
            <a:xfrm>
              <a:off x="7262625" y="1194175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87" name="Google Shape;187;p20"/>
          <p:cNvSpPr/>
          <p:nvPr/>
        </p:nvSpPr>
        <p:spPr>
          <a:xfrm>
            <a:off x="2296450" y="286150"/>
            <a:ext cx="4571100" cy="4571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8" name="Google Shape;188;p20"/>
          <p:cNvSpPr txBox="1"/>
          <p:nvPr>
            <p:ph idx="1" type="subTitle"/>
          </p:nvPr>
        </p:nvSpPr>
        <p:spPr>
          <a:xfrm>
            <a:off x="3212350" y="1345755"/>
            <a:ext cx="2719200" cy="23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0"/>
          <p:cNvSpPr txBox="1"/>
          <p:nvPr>
            <p:ph type="title"/>
          </p:nvPr>
        </p:nvSpPr>
        <p:spPr>
          <a:xfrm>
            <a:off x="2659075" y="1755300"/>
            <a:ext cx="3849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0" name="Google Shape;190;p2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1" name="Google Shape;191;p2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20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3" name="Google Shape;193;p20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CUSTOM_6">
    <p:bg>
      <p:bgPr>
        <a:solidFill>
          <a:schemeClr val="dk2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>
            <p:ph type="title"/>
          </p:nvPr>
        </p:nvSpPr>
        <p:spPr>
          <a:xfrm>
            <a:off x="436725" y="4094025"/>
            <a:ext cx="6272100" cy="587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96" name="Google Shape;196;p21"/>
          <p:cNvGrpSpPr/>
          <p:nvPr/>
        </p:nvGrpSpPr>
        <p:grpSpPr>
          <a:xfrm>
            <a:off x="-2117000" y="-4069732"/>
            <a:ext cx="11860804" cy="6909318"/>
            <a:chOff x="-2117000" y="-4069732"/>
            <a:chExt cx="11860804" cy="6909318"/>
          </a:xfrm>
        </p:grpSpPr>
        <p:sp>
          <p:nvSpPr>
            <p:cNvPr id="197" name="Google Shape;197;p21"/>
            <p:cNvSpPr/>
            <p:nvPr/>
          </p:nvSpPr>
          <p:spPr>
            <a:xfrm rot="5400000">
              <a:off x="-2117000" y="-4069732"/>
              <a:ext cx="6909300" cy="6909300"/>
            </a:xfrm>
            <a:prstGeom prst="arc">
              <a:avLst>
                <a:gd fmla="val 16801206" name="adj1"/>
                <a:gd fmla="val 138197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8" name="Google Shape;198;p21"/>
            <p:cNvSpPr/>
            <p:nvPr/>
          </p:nvSpPr>
          <p:spPr>
            <a:xfrm rot="5400000">
              <a:off x="-947044" y="-2903156"/>
              <a:ext cx="4569000" cy="4569300"/>
            </a:xfrm>
            <a:prstGeom prst="arc">
              <a:avLst>
                <a:gd fmla="val 17122104" name="adj1"/>
                <a:gd fmla="val 218012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199" name="Google Shape;199;p21"/>
            <p:cNvCxnSpPr/>
            <p:nvPr/>
          </p:nvCxnSpPr>
          <p:spPr>
            <a:xfrm rot="10800000">
              <a:off x="1342860" y="1664508"/>
              <a:ext cx="78027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21"/>
            <p:cNvCxnSpPr/>
            <p:nvPr/>
          </p:nvCxnSpPr>
          <p:spPr>
            <a:xfrm rot="10800000">
              <a:off x="-3240" y="489535"/>
              <a:ext cx="91488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1" name="Google Shape;201;p21"/>
            <p:cNvSpPr/>
            <p:nvPr/>
          </p:nvSpPr>
          <p:spPr>
            <a:xfrm rot="10800000">
              <a:off x="8568704" y="489425"/>
              <a:ext cx="1175100" cy="1175100"/>
            </a:xfrm>
            <a:prstGeom prst="arc">
              <a:avLst>
                <a:gd fmla="val 16292481" name="adj1"/>
                <a:gd fmla="val 5314968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02" name="Google Shape;202;p21"/>
            <p:cNvSpPr/>
            <p:nvPr/>
          </p:nvSpPr>
          <p:spPr>
            <a:xfrm>
              <a:off x="755567" y="1664486"/>
              <a:ext cx="1175100" cy="1175100"/>
            </a:xfrm>
            <a:prstGeom prst="arc">
              <a:avLst>
                <a:gd fmla="val 16200000" name="adj1"/>
                <a:gd fmla="val 15996049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03" name="Google Shape;203;p21"/>
            <p:cNvSpPr/>
            <p:nvPr/>
          </p:nvSpPr>
          <p:spPr>
            <a:xfrm rot="5400000">
              <a:off x="3571223" y="-685459"/>
              <a:ext cx="1175100" cy="1175100"/>
            </a:xfrm>
            <a:prstGeom prst="arc">
              <a:avLst>
                <a:gd fmla="val 16691316" name="adj1"/>
                <a:gd fmla="val 4902631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04" name="Google Shape;204;p2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5" name="Google Shape;205;p2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1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">
  <p:cSld name="CUSTOM_8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>
            <p:ph idx="1" type="subTitle"/>
          </p:nvPr>
        </p:nvSpPr>
        <p:spPr>
          <a:xfrm>
            <a:off x="5066225" y="814799"/>
            <a:ext cx="27192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22"/>
          <p:cNvSpPr txBox="1"/>
          <p:nvPr>
            <p:ph type="title"/>
          </p:nvPr>
        </p:nvSpPr>
        <p:spPr>
          <a:xfrm>
            <a:off x="5066600" y="1213483"/>
            <a:ext cx="3552300" cy="19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1" name="Google Shape;211;p22"/>
          <p:cNvSpPr txBox="1"/>
          <p:nvPr>
            <p:ph idx="2" type="subTitle"/>
          </p:nvPr>
        </p:nvSpPr>
        <p:spPr>
          <a:xfrm>
            <a:off x="5066225" y="4125124"/>
            <a:ext cx="27192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idx="3" type="subTitle"/>
          </p:nvPr>
        </p:nvSpPr>
        <p:spPr>
          <a:xfrm>
            <a:off x="2423700" y="1344300"/>
            <a:ext cx="1619100" cy="7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idx="4" type="subTitle"/>
          </p:nvPr>
        </p:nvSpPr>
        <p:spPr>
          <a:xfrm>
            <a:off x="2423700" y="3090650"/>
            <a:ext cx="1619100" cy="75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22"/>
          <p:cNvSpPr txBox="1"/>
          <p:nvPr>
            <p:ph idx="5" type="subTitle"/>
          </p:nvPr>
        </p:nvSpPr>
        <p:spPr>
          <a:xfrm>
            <a:off x="436725" y="1344300"/>
            <a:ext cx="1619100" cy="7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22"/>
          <p:cNvSpPr txBox="1"/>
          <p:nvPr>
            <p:ph idx="6" type="subTitle"/>
          </p:nvPr>
        </p:nvSpPr>
        <p:spPr>
          <a:xfrm>
            <a:off x="436725" y="3090650"/>
            <a:ext cx="1619100" cy="75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22"/>
          <p:cNvSpPr txBox="1"/>
          <p:nvPr>
            <p:ph idx="7" type="subTitle"/>
          </p:nvPr>
        </p:nvSpPr>
        <p:spPr>
          <a:xfrm>
            <a:off x="2423700" y="794135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22"/>
          <p:cNvSpPr txBox="1"/>
          <p:nvPr>
            <p:ph idx="8" type="subTitle"/>
          </p:nvPr>
        </p:nvSpPr>
        <p:spPr>
          <a:xfrm>
            <a:off x="436725" y="794135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8" name="Google Shape;218;p22"/>
          <p:cNvSpPr txBox="1"/>
          <p:nvPr>
            <p:ph idx="9" type="subTitle"/>
          </p:nvPr>
        </p:nvSpPr>
        <p:spPr>
          <a:xfrm>
            <a:off x="2423700" y="4256460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9" name="Google Shape;219;p22"/>
          <p:cNvSpPr txBox="1"/>
          <p:nvPr>
            <p:ph idx="13" type="subTitle"/>
          </p:nvPr>
        </p:nvSpPr>
        <p:spPr>
          <a:xfrm>
            <a:off x="436725" y="4256460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20" name="Google Shape;220;p2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1" name="Google Shape;221;p2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2"/>
          <p:cNvSpPr txBox="1"/>
          <p:nvPr>
            <p:ph idx="1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22"/>
          <p:cNvSpPr txBox="1"/>
          <p:nvPr>
            <p:ph idx="1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1">
  <p:cSld name="CUSTOM_8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idx="1" type="subTitle"/>
          </p:nvPr>
        </p:nvSpPr>
        <p:spPr>
          <a:xfrm>
            <a:off x="6446974" y="814800"/>
            <a:ext cx="22320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6" name="Google Shape;226;p23"/>
          <p:cNvSpPr txBox="1"/>
          <p:nvPr>
            <p:ph type="title"/>
          </p:nvPr>
        </p:nvSpPr>
        <p:spPr>
          <a:xfrm>
            <a:off x="6447214" y="1213484"/>
            <a:ext cx="2232000" cy="19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7" name="Google Shape;227;p23"/>
          <p:cNvSpPr txBox="1"/>
          <p:nvPr>
            <p:ph idx="2" type="subTitle"/>
          </p:nvPr>
        </p:nvSpPr>
        <p:spPr>
          <a:xfrm>
            <a:off x="6446978" y="4125125"/>
            <a:ext cx="17085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23"/>
          <p:cNvSpPr txBox="1"/>
          <p:nvPr>
            <p:ph idx="3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23"/>
          <p:cNvSpPr txBox="1"/>
          <p:nvPr>
            <p:ph idx="4"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1" name="Google Shape;231;p2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23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" name="Google Shape;233;p23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2">
  <p:cSld name="CUSTOM_8_1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idx="1" type="subTitle"/>
          </p:nvPr>
        </p:nvSpPr>
        <p:spPr>
          <a:xfrm>
            <a:off x="436600" y="3909000"/>
            <a:ext cx="17085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2" type="subTitle"/>
          </p:nvPr>
        </p:nvSpPr>
        <p:spPr>
          <a:xfrm>
            <a:off x="3027400" y="3909000"/>
            <a:ext cx="17085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37" name="Google Shape;237;p24"/>
          <p:cNvGrpSpPr/>
          <p:nvPr/>
        </p:nvGrpSpPr>
        <p:grpSpPr>
          <a:xfrm flipH="1">
            <a:off x="5903161" y="2597462"/>
            <a:ext cx="6916230" cy="6916230"/>
            <a:chOff x="-3059650" y="1891300"/>
            <a:chExt cx="7160400" cy="7160400"/>
          </a:xfrm>
        </p:grpSpPr>
        <p:sp>
          <p:nvSpPr>
            <p:cNvPr id="238" name="Google Shape;238;p24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7100715" name="adj1"/>
                <a:gd fmla="val 21393444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39" name="Google Shape;239;p24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7607113" name="adj1"/>
                <a:gd fmla="val 21289676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40" name="Google Shape;240;p24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41" name="Google Shape;241;p24"/>
          <p:cNvSpPr txBox="1"/>
          <p:nvPr>
            <p:ph idx="3" type="subTitle"/>
          </p:nvPr>
        </p:nvSpPr>
        <p:spPr>
          <a:xfrm>
            <a:off x="6446978" y="814800"/>
            <a:ext cx="17085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24"/>
          <p:cNvSpPr txBox="1"/>
          <p:nvPr>
            <p:ph type="title"/>
          </p:nvPr>
        </p:nvSpPr>
        <p:spPr>
          <a:xfrm>
            <a:off x="6447225" y="1213482"/>
            <a:ext cx="22320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43" name="Google Shape;243;p24"/>
          <p:cNvCxnSpPr/>
          <p:nvPr/>
        </p:nvCxnSpPr>
        <p:spPr>
          <a:xfrm>
            <a:off x="5985025" y="-13225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24"/>
          <p:cNvSpPr txBox="1"/>
          <p:nvPr>
            <p:ph idx="4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4"/>
          <p:cNvSpPr txBox="1"/>
          <p:nvPr>
            <p:ph idx="5"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6" name="Google Shape;246;p24"/>
          <p:cNvSpPr txBox="1"/>
          <p:nvPr>
            <p:ph idx="6" type="subTitle"/>
          </p:nvPr>
        </p:nvSpPr>
        <p:spPr>
          <a:xfrm>
            <a:off x="436725" y="1961991"/>
            <a:ext cx="41823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7" type="subTitle"/>
          </p:nvPr>
        </p:nvSpPr>
        <p:spPr>
          <a:xfrm>
            <a:off x="436725" y="3205792"/>
            <a:ext cx="41823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8" type="subTitle"/>
          </p:nvPr>
        </p:nvSpPr>
        <p:spPr>
          <a:xfrm>
            <a:off x="436725" y="368670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9" type="subTitle"/>
          </p:nvPr>
        </p:nvSpPr>
        <p:spPr>
          <a:xfrm>
            <a:off x="3027525" y="368670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50" name="Google Shape;250;p2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51" name="Google Shape;251;p2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24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" name="Google Shape;253;p24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3">
  <p:cSld name="CUSTOM_8_1_1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"/>
          <p:cNvSpPr txBox="1"/>
          <p:nvPr>
            <p:ph idx="1" type="subTitle"/>
          </p:nvPr>
        </p:nvSpPr>
        <p:spPr>
          <a:xfrm>
            <a:off x="6446974" y="814800"/>
            <a:ext cx="22200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6" name="Google Shape;256;p25"/>
          <p:cNvSpPr txBox="1"/>
          <p:nvPr>
            <p:ph idx="2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25"/>
          <p:cNvSpPr txBox="1"/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58" name="Google Shape;258;p25"/>
          <p:cNvSpPr txBox="1"/>
          <p:nvPr>
            <p:ph idx="3" type="subTitle"/>
          </p:nvPr>
        </p:nvSpPr>
        <p:spPr>
          <a:xfrm>
            <a:off x="436725" y="1961998"/>
            <a:ext cx="4182300" cy="80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59" name="Google Shape;259;p25"/>
          <p:cNvSpPr txBox="1"/>
          <p:nvPr>
            <p:ph idx="4" type="subTitle"/>
          </p:nvPr>
        </p:nvSpPr>
        <p:spPr>
          <a:xfrm>
            <a:off x="436725" y="3219125"/>
            <a:ext cx="2186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60" name="Google Shape;260;p25"/>
          <p:cNvSpPr txBox="1"/>
          <p:nvPr>
            <p:ph idx="5" type="subTitle"/>
          </p:nvPr>
        </p:nvSpPr>
        <p:spPr>
          <a:xfrm>
            <a:off x="436725" y="3706675"/>
            <a:ext cx="21864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61" name="Google Shape;261;p25"/>
          <p:cNvSpPr txBox="1"/>
          <p:nvPr>
            <p:ph idx="6" type="subTitle"/>
          </p:nvPr>
        </p:nvSpPr>
        <p:spPr>
          <a:xfrm>
            <a:off x="3472800" y="3219125"/>
            <a:ext cx="2186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62" name="Google Shape;262;p25"/>
          <p:cNvSpPr txBox="1"/>
          <p:nvPr>
            <p:ph idx="7" type="subTitle"/>
          </p:nvPr>
        </p:nvSpPr>
        <p:spPr>
          <a:xfrm>
            <a:off x="3472800" y="3706675"/>
            <a:ext cx="21864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63" name="Google Shape;263;p25"/>
          <p:cNvSpPr txBox="1"/>
          <p:nvPr>
            <p:ph idx="8" type="subTitle"/>
          </p:nvPr>
        </p:nvSpPr>
        <p:spPr>
          <a:xfrm>
            <a:off x="6702724" y="160575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64" name="Google Shape;264;p25"/>
          <p:cNvSpPr txBox="1"/>
          <p:nvPr>
            <p:ph idx="9" type="subTitle"/>
          </p:nvPr>
        </p:nvSpPr>
        <p:spPr>
          <a:xfrm>
            <a:off x="6702724" y="1751007"/>
            <a:ext cx="1708500" cy="8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5" name="Google Shape;265;p2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6" name="Google Shape;266;p2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25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8" name="Google Shape;268;p25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">
    <p:bg>
      <p:bgPr>
        <a:solidFill>
          <a:schemeClr val="dk2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/>
          <p:nvPr/>
        </p:nvSpPr>
        <p:spPr>
          <a:xfrm>
            <a:off x="6411926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436801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3487789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3" name="Google Shape;273;p26"/>
          <p:cNvSpPr txBox="1"/>
          <p:nvPr>
            <p:ph idx="1" type="subTitle"/>
          </p:nvPr>
        </p:nvSpPr>
        <p:spPr>
          <a:xfrm>
            <a:off x="436725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4" name="Google Shape;274;p26"/>
          <p:cNvSpPr txBox="1"/>
          <p:nvPr>
            <p:ph idx="2" type="subTitle"/>
          </p:nvPr>
        </p:nvSpPr>
        <p:spPr>
          <a:xfrm>
            <a:off x="3490450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5" name="Google Shape;275;p26"/>
          <p:cNvSpPr txBox="1"/>
          <p:nvPr>
            <p:ph idx="3" type="subTitle"/>
          </p:nvPr>
        </p:nvSpPr>
        <p:spPr>
          <a:xfrm>
            <a:off x="6424500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6" name="Google Shape;276;p26"/>
          <p:cNvSpPr txBox="1"/>
          <p:nvPr>
            <p:ph idx="4" type="subTitle"/>
          </p:nvPr>
        </p:nvSpPr>
        <p:spPr>
          <a:xfrm>
            <a:off x="436725" y="814797"/>
            <a:ext cx="2719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7" name="Google Shape;277;p26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8" name="Google Shape;278;p2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79" name="Google Shape;279;p2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26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1" name="Google Shape;281;p26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26"/>
          <p:cNvSpPr txBox="1"/>
          <p:nvPr>
            <p:ph idx="7" type="body"/>
          </p:nvPr>
        </p:nvSpPr>
        <p:spPr>
          <a:xfrm>
            <a:off x="436800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3" name="Google Shape;283;p26"/>
          <p:cNvSpPr txBox="1"/>
          <p:nvPr>
            <p:ph idx="8" type="body"/>
          </p:nvPr>
        </p:nvSpPr>
        <p:spPr>
          <a:xfrm>
            <a:off x="3490438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4" name="Google Shape;284;p26"/>
          <p:cNvSpPr txBox="1"/>
          <p:nvPr>
            <p:ph idx="9" type="body"/>
          </p:nvPr>
        </p:nvSpPr>
        <p:spPr>
          <a:xfrm>
            <a:off x="6411925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">
  <p:cSld name="CUSTOM_7">
    <p:bg>
      <p:bgPr>
        <a:solidFill>
          <a:schemeClr val="dk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 txBox="1"/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7" name="Google Shape;287;p2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88" name="Google Shape;288;p2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27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27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CUSTOM_1">
    <p:bg>
      <p:bgPr>
        <a:solidFill>
          <a:schemeClr val="dk2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436725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436725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3431950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28"/>
          <p:cNvSpPr txBox="1"/>
          <p:nvPr>
            <p:ph idx="4" type="subTitle"/>
          </p:nvPr>
        </p:nvSpPr>
        <p:spPr>
          <a:xfrm>
            <a:off x="3431950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7" name="Google Shape;297;p28"/>
          <p:cNvSpPr txBox="1"/>
          <p:nvPr>
            <p:ph idx="5" type="subTitle"/>
          </p:nvPr>
        </p:nvSpPr>
        <p:spPr>
          <a:xfrm>
            <a:off x="6368675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8" name="Google Shape;298;p28"/>
          <p:cNvSpPr txBox="1"/>
          <p:nvPr>
            <p:ph idx="6" type="subTitle"/>
          </p:nvPr>
        </p:nvSpPr>
        <p:spPr>
          <a:xfrm>
            <a:off x="6368675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subTitle"/>
          </p:nvPr>
        </p:nvSpPr>
        <p:spPr>
          <a:xfrm>
            <a:off x="436725" y="814799"/>
            <a:ext cx="271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01" name="Google Shape;301;p2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28"/>
          <p:cNvSpPr txBox="1"/>
          <p:nvPr>
            <p:ph idx="8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3" name="Google Shape;303;p28"/>
          <p:cNvSpPr txBox="1"/>
          <p:nvPr>
            <p:ph idx="9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4" name="Google Shape;304;p28"/>
          <p:cNvSpPr txBox="1"/>
          <p:nvPr>
            <p:ph idx="13" type="body"/>
          </p:nvPr>
        </p:nvSpPr>
        <p:spPr>
          <a:xfrm>
            <a:off x="436800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5" name="Google Shape;305;p28"/>
          <p:cNvSpPr txBox="1"/>
          <p:nvPr>
            <p:ph idx="14" type="body"/>
          </p:nvPr>
        </p:nvSpPr>
        <p:spPr>
          <a:xfrm>
            <a:off x="3490438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28"/>
          <p:cNvSpPr txBox="1"/>
          <p:nvPr>
            <p:ph idx="15" type="body"/>
          </p:nvPr>
        </p:nvSpPr>
        <p:spPr>
          <a:xfrm>
            <a:off x="6411925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CUSTOM_9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9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9" name="Google Shape;309;p29"/>
          <p:cNvSpPr txBox="1"/>
          <p:nvPr>
            <p:ph idx="1" type="subTitle"/>
          </p:nvPr>
        </p:nvSpPr>
        <p:spPr>
          <a:xfrm>
            <a:off x="436725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9"/>
          <p:cNvSpPr txBox="1"/>
          <p:nvPr>
            <p:ph idx="2" type="subTitle"/>
          </p:nvPr>
        </p:nvSpPr>
        <p:spPr>
          <a:xfrm>
            <a:off x="3360229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9"/>
          <p:cNvSpPr txBox="1"/>
          <p:nvPr>
            <p:ph idx="3" type="subTitle"/>
          </p:nvPr>
        </p:nvSpPr>
        <p:spPr>
          <a:xfrm>
            <a:off x="6420029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9"/>
          <p:cNvSpPr txBox="1"/>
          <p:nvPr>
            <p:ph idx="4" type="subTitle"/>
          </p:nvPr>
        </p:nvSpPr>
        <p:spPr>
          <a:xfrm>
            <a:off x="436725" y="814799"/>
            <a:ext cx="271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4" name="Google Shape;314;p2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" name="Google Shape;315;p29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6">
  <p:cSld name="CUSTOM_11">
    <p:bg>
      <p:bgPr>
        <a:solidFill>
          <a:schemeClr val="lt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"/>
          <p:cNvSpPr txBox="1"/>
          <p:nvPr>
            <p:ph idx="1" type="subTitle"/>
          </p:nvPr>
        </p:nvSpPr>
        <p:spPr>
          <a:xfrm>
            <a:off x="6600775" y="2561222"/>
            <a:ext cx="1877400" cy="4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9" name="Google Shape;319;p30"/>
          <p:cNvSpPr txBox="1"/>
          <p:nvPr>
            <p:ph idx="2" type="body"/>
          </p:nvPr>
        </p:nvSpPr>
        <p:spPr>
          <a:xfrm>
            <a:off x="3479850" y="4132200"/>
            <a:ext cx="2271000" cy="778200"/>
          </a:xfrm>
          <a:prstGeom prst="rect">
            <a:avLst/>
          </a:prstGeom>
        </p:spPr>
        <p:txBody>
          <a:bodyPr anchorCtr="0" anchor="b" bIns="91425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0" name="Google Shape;320;p30"/>
          <p:cNvSpPr txBox="1"/>
          <p:nvPr>
            <p:ph idx="3" type="subTitle"/>
          </p:nvPr>
        </p:nvSpPr>
        <p:spPr>
          <a:xfrm>
            <a:off x="440575" y="2672701"/>
            <a:ext cx="23667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1" name="Google Shape;321;p30"/>
          <p:cNvSpPr txBox="1"/>
          <p:nvPr>
            <p:ph idx="4" type="body"/>
          </p:nvPr>
        </p:nvSpPr>
        <p:spPr>
          <a:xfrm>
            <a:off x="436800" y="3140767"/>
            <a:ext cx="2366700" cy="17715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2" name="Google Shape;322;p30"/>
          <p:cNvSpPr txBox="1"/>
          <p:nvPr>
            <p:ph idx="5" type="subTitle"/>
          </p:nvPr>
        </p:nvSpPr>
        <p:spPr>
          <a:xfrm>
            <a:off x="3633300" y="3251650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3" name="Google Shape;323;p30"/>
          <p:cNvSpPr txBox="1"/>
          <p:nvPr>
            <p:ph idx="6" type="subTitle"/>
          </p:nvPr>
        </p:nvSpPr>
        <p:spPr>
          <a:xfrm>
            <a:off x="6600775" y="3251650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4" name="Google Shape;324;p30"/>
          <p:cNvSpPr txBox="1"/>
          <p:nvPr>
            <p:ph idx="7" type="subTitle"/>
          </p:nvPr>
        </p:nvSpPr>
        <p:spPr>
          <a:xfrm>
            <a:off x="6600775" y="4569325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5" name="Google Shape;325;p30"/>
          <p:cNvSpPr txBox="1"/>
          <p:nvPr>
            <p:ph idx="8" type="subTitle"/>
          </p:nvPr>
        </p:nvSpPr>
        <p:spPr>
          <a:xfrm>
            <a:off x="3633300" y="2561222"/>
            <a:ext cx="1877400" cy="4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30"/>
          <p:cNvSpPr txBox="1"/>
          <p:nvPr>
            <p:ph idx="9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7" name="Google Shape;327;p30"/>
          <p:cNvSpPr txBox="1"/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8" name="Google Shape;328;p3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29" name="Google Shape;329;p3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" name="Google Shape;330;p30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1" name="Google Shape;331;p30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8">
  <p:cSld name="CUSTOM_11_1_1">
    <p:bg>
      <p:bgPr>
        <a:solidFill>
          <a:schemeClr val="dk2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3" name="Google Shape;333;p31"/>
          <p:cNvCxnSpPr/>
          <p:nvPr/>
        </p:nvCxnSpPr>
        <p:spPr>
          <a:xfrm>
            <a:off x="314697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1"/>
          <p:cNvSpPr txBox="1"/>
          <p:nvPr>
            <p:ph idx="1" type="subTitle"/>
          </p:nvPr>
        </p:nvSpPr>
        <p:spPr>
          <a:xfrm>
            <a:off x="436725" y="814800"/>
            <a:ext cx="23019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5" name="Google Shape;335;p31"/>
          <p:cNvSpPr txBox="1"/>
          <p:nvPr>
            <p:ph type="title"/>
          </p:nvPr>
        </p:nvSpPr>
        <p:spPr>
          <a:xfrm>
            <a:off x="436725" y="1231825"/>
            <a:ext cx="2301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6" name="Google Shape;336;p31"/>
          <p:cNvSpPr txBox="1"/>
          <p:nvPr>
            <p:ph idx="2" type="subTitle"/>
          </p:nvPr>
        </p:nvSpPr>
        <p:spPr>
          <a:xfrm>
            <a:off x="3687450" y="8148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37" name="Google Shape;337;p31"/>
          <p:cNvSpPr txBox="1"/>
          <p:nvPr>
            <p:ph idx="3" type="subTitle"/>
          </p:nvPr>
        </p:nvSpPr>
        <p:spPr>
          <a:xfrm>
            <a:off x="5948075" y="8148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38" name="Google Shape;338;p31"/>
          <p:cNvSpPr txBox="1"/>
          <p:nvPr>
            <p:ph idx="4" type="subTitle"/>
          </p:nvPr>
        </p:nvSpPr>
        <p:spPr>
          <a:xfrm>
            <a:off x="3687450" y="18351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39" name="Google Shape;339;p31"/>
          <p:cNvSpPr txBox="1"/>
          <p:nvPr>
            <p:ph idx="5" type="subTitle"/>
          </p:nvPr>
        </p:nvSpPr>
        <p:spPr>
          <a:xfrm>
            <a:off x="5948075" y="18351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0" name="Google Shape;340;p31"/>
          <p:cNvSpPr txBox="1"/>
          <p:nvPr>
            <p:ph idx="6" type="subTitle"/>
          </p:nvPr>
        </p:nvSpPr>
        <p:spPr>
          <a:xfrm>
            <a:off x="3687450" y="28554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7" type="subTitle"/>
          </p:nvPr>
        </p:nvSpPr>
        <p:spPr>
          <a:xfrm>
            <a:off x="5948075" y="28554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2" name="Google Shape;342;p31"/>
          <p:cNvSpPr txBox="1"/>
          <p:nvPr>
            <p:ph idx="8" type="subTitle"/>
          </p:nvPr>
        </p:nvSpPr>
        <p:spPr>
          <a:xfrm>
            <a:off x="3687450" y="38757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9" type="subTitle"/>
          </p:nvPr>
        </p:nvSpPr>
        <p:spPr>
          <a:xfrm>
            <a:off x="5948075" y="38757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grpSp>
        <p:nvGrpSpPr>
          <p:cNvPr id="344" name="Google Shape;344;p31"/>
          <p:cNvGrpSpPr/>
          <p:nvPr/>
        </p:nvGrpSpPr>
        <p:grpSpPr>
          <a:xfrm>
            <a:off x="-2496534" y="3870995"/>
            <a:ext cx="6226684" cy="6226684"/>
            <a:chOff x="-3059650" y="1891300"/>
            <a:chExt cx="7160400" cy="7160400"/>
          </a:xfrm>
        </p:grpSpPr>
        <p:sp>
          <p:nvSpPr>
            <p:cNvPr id="345" name="Google Shape;345;p31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8371962" name="adj1"/>
                <a:gd fmla="val 69257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46" name="Google Shape;346;p31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20003341" name="adj1"/>
                <a:gd fmla="val 1051650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47" name="Google Shape;347;p31"/>
            <p:cNvSpPr/>
            <p:nvPr/>
          </p:nvSpPr>
          <p:spPr>
            <a:xfrm>
              <a:off x="558070" y="1959534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348" name="Google Shape;348;p3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9" name="Google Shape;349;p3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0" name="Google Shape;350;p31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1" name="Google Shape;351;p31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12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"/>
          <p:cNvSpPr txBox="1"/>
          <p:nvPr>
            <p:ph type="title"/>
          </p:nvPr>
        </p:nvSpPr>
        <p:spPr>
          <a:xfrm>
            <a:off x="436725" y="1856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354" name="Google Shape;354;p32"/>
          <p:cNvSpPr txBox="1"/>
          <p:nvPr>
            <p:ph idx="1" type="subTitle"/>
          </p:nvPr>
        </p:nvSpPr>
        <p:spPr>
          <a:xfrm>
            <a:off x="436725" y="4040806"/>
            <a:ext cx="43467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55" name="Google Shape;355;p3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56" name="Google Shape;356;p32"/>
          <p:cNvGrpSpPr/>
          <p:nvPr/>
        </p:nvGrpSpPr>
        <p:grpSpPr>
          <a:xfrm>
            <a:off x="4617928" y="-2295175"/>
            <a:ext cx="8097623" cy="8097300"/>
            <a:chOff x="4617928" y="-2295175"/>
            <a:chExt cx="8097623" cy="8097300"/>
          </a:xfrm>
        </p:grpSpPr>
        <p:sp>
          <p:nvSpPr>
            <p:cNvPr id="357" name="Google Shape;357;p32"/>
            <p:cNvSpPr/>
            <p:nvPr/>
          </p:nvSpPr>
          <p:spPr>
            <a:xfrm rot="10800000">
              <a:off x="7966809" y="4424636"/>
              <a:ext cx="1375200" cy="1375500"/>
            </a:xfrm>
            <a:prstGeom prst="arc">
              <a:avLst>
                <a:gd fmla="val 21412732" name="adj1"/>
                <a:gd fmla="val 8118525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58" name="Google Shape;358;p32"/>
            <p:cNvSpPr/>
            <p:nvPr/>
          </p:nvSpPr>
          <p:spPr>
            <a:xfrm rot="10800000">
              <a:off x="4617928" y="981337"/>
              <a:ext cx="1377000" cy="13770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59" name="Google Shape;359;p32"/>
            <p:cNvSpPr/>
            <p:nvPr/>
          </p:nvSpPr>
          <p:spPr>
            <a:xfrm rot="10800000">
              <a:off x="6503978" y="2402224"/>
              <a:ext cx="1377000" cy="13770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60" name="Google Shape;360;p32"/>
            <p:cNvSpPr/>
            <p:nvPr/>
          </p:nvSpPr>
          <p:spPr>
            <a:xfrm rot="10800000">
              <a:off x="4618250" y="-2295175"/>
              <a:ext cx="8097300" cy="8097300"/>
            </a:xfrm>
            <a:prstGeom prst="arc">
              <a:avLst>
                <a:gd fmla="val 18189000" name="adj1"/>
                <a:gd fmla="val 154273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61" name="Google Shape;361;p32"/>
            <p:cNvSpPr/>
            <p:nvPr/>
          </p:nvSpPr>
          <p:spPr>
            <a:xfrm rot="10800000">
              <a:off x="7371951" y="458150"/>
              <a:ext cx="2590200" cy="2590500"/>
            </a:xfrm>
            <a:prstGeom prst="arc">
              <a:avLst>
                <a:gd fmla="val 14906789" name="adj1"/>
                <a:gd fmla="val 669075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62" name="Google Shape;362;p32"/>
            <p:cNvSpPr/>
            <p:nvPr/>
          </p:nvSpPr>
          <p:spPr>
            <a:xfrm rot="10800000">
              <a:off x="5993840" y="-923950"/>
              <a:ext cx="5354400" cy="5354700"/>
            </a:xfrm>
            <a:prstGeom prst="arc">
              <a:avLst>
                <a:gd fmla="val 15584619" name="adj1"/>
                <a:gd fmla="val 2466172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363" name="Google Shape;363;p3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32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5" name="Google Shape;365;p32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6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3"/>
          <p:cNvSpPr txBox="1"/>
          <p:nvPr>
            <p:ph type="title"/>
          </p:nvPr>
        </p:nvSpPr>
        <p:spPr>
          <a:xfrm>
            <a:off x="436725" y="2781949"/>
            <a:ext cx="4182300" cy="784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368" name="Google Shape;368;p3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9" name="Google Shape;369;p3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33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1" name="Google Shape;371;p33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72" name="Google Shape;372;p33"/>
          <p:cNvGrpSpPr/>
          <p:nvPr/>
        </p:nvGrpSpPr>
        <p:grpSpPr>
          <a:xfrm rot="10800000">
            <a:off x="4618955" y="-4359904"/>
            <a:ext cx="6916230" cy="6916230"/>
            <a:chOff x="-3059650" y="1891300"/>
            <a:chExt cx="7160400" cy="7160400"/>
          </a:xfrm>
        </p:grpSpPr>
        <p:sp>
          <p:nvSpPr>
            <p:cNvPr id="373" name="Google Shape;373;p33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7100715" name="adj1"/>
                <a:gd fmla="val 1072228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74" name="Google Shape;374;p33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7607113" name="adj1"/>
                <a:gd fmla="val 165804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75" name="Google Shape;375;p33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376" name="Google Shape;376;p33"/>
          <p:cNvCxnSpPr/>
          <p:nvPr/>
        </p:nvCxnSpPr>
        <p:spPr>
          <a:xfrm>
            <a:off x="0" y="25533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33"/>
          <p:cNvSpPr txBox="1"/>
          <p:nvPr>
            <p:ph idx="3" type="subTitle"/>
          </p:nvPr>
        </p:nvSpPr>
        <p:spPr>
          <a:xfrm>
            <a:off x="436725" y="3675175"/>
            <a:ext cx="3813000" cy="73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78" name="Google Shape;378;p33"/>
          <p:cNvSpPr txBox="1"/>
          <p:nvPr>
            <p:ph idx="4" type="subTitle"/>
          </p:nvPr>
        </p:nvSpPr>
        <p:spPr>
          <a:xfrm>
            <a:off x="4980750" y="3675175"/>
            <a:ext cx="3813000" cy="73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381" name="Google Shape;381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6" name="Google Shape;38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9" name="Google Shape;389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0" name="Google Shape;390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95" name="Google Shape;395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400" name="Google Shape;400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1" name="Google Shape;401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06" name="Google Shape;406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5" name="Google Shape;415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8" name="Google Shape;418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9" name="Google Shape;419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22" name="Google Shape;422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3" name="Google Shape;423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4" name="Google Shape;424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5" name="Google Shape;425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8" name="Google Shape;428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9" name="Google Shape;429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30" name="Google Shape;430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3" name="Google Shape;433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6" name="Google Shape;436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7" name="Google Shape;437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8" name="Google Shape;438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9" name="Google Shape;439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40" name="Google Shape;440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6" name="Google Shape;446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9" name="Google Shape;449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2" name="Google Shape;45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3" name="Google Shape;453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4" name="Google Shape;454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7" name="Google Shape;457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0" name="Google Shape;460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2" name="Google Shape;46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3" name="Google Shape;463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5" name="Google Shape;465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6" name="Google Shape;476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theme" Target="../theme/theme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436725" y="2144775"/>
            <a:ext cx="4088400" cy="276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113250" y="2215425"/>
            <a:ext cx="3834600" cy="251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459">
          <p15:clr>
            <a:srgbClr val="00FFFF"/>
          </p15:clr>
        </p15:guide>
        <p15:guide id="2" pos="275">
          <p15:clr>
            <a:srgbClr val="00FFFF"/>
          </p15:clr>
        </p15:guide>
        <p15:guide id="3" orient="horz" pos="144">
          <p15:clr>
            <a:srgbClr val="00FFFF"/>
          </p15:clr>
        </p15:guide>
        <p15:guide id="4" orient="horz" pos="3094">
          <p15:clr>
            <a:srgbClr val="00FFFF"/>
          </p15:clr>
        </p15:guide>
        <p15:guide id="5" pos="2850">
          <p15:clr>
            <a:srgbClr val="00FFFF"/>
          </p15:clr>
        </p15:guide>
        <p15:guide id="6" pos="2910">
          <p15:clr>
            <a:srgbClr val="00FFFF"/>
          </p15:clr>
        </p15:guide>
        <p15:guide id="7" pos="1468">
          <p15:clr>
            <a:srgbClr val="00FFFF"/>
          </p15:clr>
        </p15:guide>
        <p15:guide id="8" pos="1527">
          <p15:clr>
            <a:srgbClr val="00FFFF"/>
          </p15:clr>
        </p15:guide>
        <p15:guide id="9" pos="4226">
          <p15:clr>
            <a:srgbClr val="00FFFF"/>
          </p15:clr>
        </p15:guide>
        <p15:guide id="10" pos="4285">
          <p15:clr>
            <a:srgbClr val="00FFFF"/>
          </p15:clr>
        </p15:guide>
        <p15:guide id="11" pos="3773">
          <p15:clr>
            <a:srgbClr val="00FFFF"/>
          </p15:clr>
        </p15:guide>
        <p15:guide id="12" pos="3830">
          <p15:clr>
            <a:srgbClr val="00FFFF"/>
          </p15:clr>
        </p15:guide>
        <p15:guide id="13" pos="1930">
          <p15:clr>
            <a:srgbClr val="00FFFF"/>
          </p15:clr>
        </p15:guide>
        <p15:guide id="14" pos="1987">
          <p15:clr>
            <a:srgbClr val="00FFFF"/>
          </p15:clr>
        </p15:guide>
        <p15:guide id="15" orient="horz" pos="288">
          <p15:clr>
            <a:srgbClr val="00FFFF"/>
          </p15:clr>
        </p15:guide>
        <p15:guide id="16" orient="horz" pos="2950">
          <p15:clr>
            <a:srgbClr val="00FFFF"/>
          </p15:clr>
        </p15:guide>
        <p15:guide id="17" orient="horz" pos="1135">
          <p15:clr>
            <a:srgbClr val="00FFFF"/>
          </p15:clr>
        </p15:guide>
        <p15:guide id="18" orient="horz" pos="1194">
          <p15:clr>
            <a:srgbClr val="00FFFF"/>
          </p15:clr>
        </p15:guide>
        <p15:guide id="19" orient="horz" pos="2043">
          <p15:clr>
            <a:srgbClr val="00FFFF"/>
          </p15:clr>
        </p15:guide>
        <p15:guide id="20" orient="horz" pos="2103">
          <p15:clr>
            <a:srgbClr val="00FFFF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5"/>
          <p:cNvSpPr txBox="1"/>
          <p:nvPr>
            <p:ph type="title"/>
          </p:nvPr>
        </p:nvSpPr>
        <p:spPr>
          <a:xfrm>
            <a:off x="436725" y="713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Project Presentation</a:t>
            </a:r>
            <a:endParaRPr/>
          </a:p>
        </p:txBody>
      </p:sp>
      <p:sp>
        <p:nvSpPr>
          <p:cNvPr id="484" name="Google Shape;484;p55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 Jakab, Ronan Hwang</a:t>
            </a:r>
            <a:endParaRPr/>
          </a:p>
        </p:txBody>
      </p:sp>
      <p:sp>
        <p:nvSpPr>
          <p:cNvPr id="485" name="Google Shape;485;p55"/>
          <p:cNvSpPr txBox="1"/>
          <p:nvPr/>
        </p:nvSpPr>
        <p:spPr>
          <a:xfrm>
            <a:off x="682800" y="3337800"/>
            <a:ext cx="4943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Applying Data Science to the Tufts Baseball Dataset</a:t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Tufts Baseball Trackman Data</a:t>
            </a:r>
            <a:endParaRPr/>
          </a:p>
        </p:txBody>
      </p:sp>
      <p:sp>
        <p:nvSpPr>
          <p:cNvPr id="491" name="Google Shape;491;p56"/>
          <p:cNvSpPr txBox="1"/>
          <p:nvPr>
            <p:ph type="title"/>
          </p:nvPr>
        </p:nvSpPr>
        <p:spPr>
          <a:xfrm>
            <a:off x="265500" y="1233175"/>
            <a:ext cx="4045200" cy="646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Selected</a:t>
            </a:r>
            <a:endParaRPr/>
          </a:p>
        </p:txBody>
      </p:sp>
      <p:sp>
        <p:nvSpPr>
          <p:cNvPr id="492" name="Google Shape;492;p56"/>
          <p:cNvSpPr txBox="1"/>
          <p:nvPr/>
        </p:nvSpPr>
        <p:spPr>
          <a:xfrm>
            <a:off x="4413300" y="457200"/>
            <a:ext cx="45912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Contents of Data:</a:t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Char char="-"/>
            </a:pPr>
            <a:r>
              <a:rPr lang="en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Multiple measurements of Pitch Physics Data (Velocities, spin rates, spin axes, etc)</a:t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Char char="-"/>
            </a:pPr>
            <a:r>
              <a:rPr lang="en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Multiple measurements of Hit Physics Data (Exit velocities, spin, launch angles, etc)</a:t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Char char="-"/>
            </a:pPr>
            <a:r>
              <a:rPr lang="en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Game Situation</a:t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Char char="-"/>
            </a:pPr>
            <a:r>
              <a:rPr lang="en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 players on the field</a:t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98" name="Google Shape;498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endParaRPr/>
          </a:p>
        </p:txBody>
      </p:sp>
      <p:sp>
        <p:nvSpPr>
          <p:cNvPr id="499" name="Google Shape;499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00" name="Google Shape;500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01" name="Google Shape;501;p57"/>
          <p:cNvSpPr txBox="1"/>
          <p:nvPr>
            <p:ph type="title"/>
          </p:nvPr>
        </p:nvSpPr>
        <p:spPr>
          <a:xfrm>
            <a:off x="366750" y="450025"/>
            <a:ext cx="8184600" cy="46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Questions</a:t>
            </a:r>
            <a:endParaRPr/>
          </a:p>
        </p:txBody>
      </p:sp>
      <p:sp>
        <p:nvSpPr>
          <p:cNvPr id="502" name="Google Shape;502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1: What underlying factors explain the variance in pitch characteristics, and how do pitch characteristics relate to pitch/at bat outcomes?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Use PCA and Clustering to identify pitches and pitch characteristics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Analyze the variance in the dataset to derive pitching insights</a:t>
            </a:r>
            <a:endParaRPr/>
          </a:p>
        </p:txBody>
      </p:sp>
      <p:sp>
        <p:nvSpPr>
          <p:cNvPr id="503" name="Google Shape;503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2: </a:t>
            </a:r>
            <a:r>
              <a:rPr lang="en"/>
              <a:t>Can we predict if a batter will swing and miss at a pitch?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Use Random Forest and Neural Networks to create a model that takes in pitch data and game context to predict whiffs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Analyze features to derive insights into most valuable pitch attributes</a:t>
            </a:r>
            <a:endParaRPr/>
          </a:p>
        </p:txBody>
      </p:sp>
      <p:sp>
        <p:nvSpPr>
          <p:cNvPr id="504" name="Google Shape;504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05" name="Google Shape;505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8"/>
          <p:cNvSpPr txBox="1"/>
          <p:nvPr>
            <p:ph type="title"/>
          </p:nvPr>
        </p:nvSpPr>
        <p:spPr>
          <a:xfrm>
            <a:off x="265500" y="1233175"/>
            <a:ext cx="4045200" cy="12930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Selected</a:t>
            </a:r>
            <a:endParaRPr/>
          </a:p>
        </p:txBody>
      </p:sp>
      <p:sp>
        <p:nvSpPr>
          <p:cNvPr id="511" name="Google Shape;511;p5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Question 1</a:t>
            </a:r>
            <a:endParaRPr sz="3000"/>
          </a:p>
        </p:txBody>
      </p:sp>
      <p:sp>
        <p:nvSpPr>
          <p:cNvPr id="512" name="Google Shape;512;p58"/>
          <p:cNvSpPr txBox="1"/>
          <p:nvPr>
            <p:ph idx="2" type="body"/>
          </p:nvPr>
        </p:nvSpPr>
        <p:spPr>
          <a:xfrm>
            <a:off x="4939500" y="8088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Methods Selected</a:t>
            </a:r>
            <a:endParaRPr sz="40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PCA Motivation + Variables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Identified key variables that define pitch characteristics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(velocity, spin rate, IVB, HB, extension, spin axis, release height)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Applied PCA to reduce dimensionality and compare pitchers in a shared feature space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Goal: understand how pitchers differ and how pitch characteristics group together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Variation in these features helps evaluate pitching strategies and identify successful pitch profiles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9"/>
          <p:cNvSpPr txBox="1"/>
          <p:nvPr>
            <p:ph type="title"/>
          </p:nvPr>
        </p:nvSpPr>
        <p:spPr>
          <a:xfrm>
            <a:off x="270450" y="642050"/>
            <a:ext cx="4306500" cy="12930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Variance Using PCA</a:t>
            </a:r>
            <a:endParaRPr/>
          </a:p>
        </p:txBody>
      </p:sp>
      <p:sp>
        <p:nvSpPr>
          <p:cNvPr id="518" name="Google Shape;518;p59"/>
          <p:cNvSpPr txBox="1"/>
          <p:nvPr>
            <p:ph idx="2" type="body"/>
          </p:nvPr>
        </p:nvSpPr>
        <p:spPr>
          <a:xfrm>
            <a:off x="4884300" y="228600"/>
            <a:ext cx="38370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PC1 explains </a:t>
            </a:r>
            <a:r>
              <a:rPr b="1" lang="en" sz="2400"/>
              <a:t>38.54%</a:t>
            </a:r>
            <a:r>
              <a:rPr lang="en" sz="2400"/>
              <a:t>, PC2 </a:t>
            </a:r>
            <a:r>
              <a:rPr b="1" lang="en" sz="2400"/>
              <a:t>18.76%</a:t>
            </a:r>
            <a:r>
              <a:rPr lang="en" sz="2400"/>
              <a:t>, PC3 </a:t>
            </a:r>
            <a:r>
              <a:rPr b="1" lang="en" sz="2400"/>
              <a:t>14.82%</a:t>
            </a:r>
            <a:r>
              <a:rPr lang="en" sz="2400"/>
              <a:t> of variance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First three PCs capture </a:t>
            </a:r>
            <a:r>
              <a:rPr b="1" lang="en" sz="2400"/>
              <a:t>72.12%</a:t>
            </a:r>
            <a:r>
              <a:rPr lang="en" sz="2400"/>
              <a:t> of total variation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These components represent the core structure of pitch characteristics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519" name="Google Shape;51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000" y="2036863"/>
            <a:ext cx="3863399" cy="276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0"/>
          <p:cNvSpPr txBox="1"/>
          <p:nvPr>
            <p:ph type="title"/>
          </p:nvPr>
        </p:nvSpPr>
        <p:spPr>
          <a:xfrm>
            <a:off x="460400" y="607625"/>
            <a:ext cx="4045200" cy="646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 Heatmap</a:t>
            </a:r>
            <a:endParaRPr/>
          </a:p>
        </p:txBody>
      </p:sp>
      <p:sp>
        <p:nvSpPr>
          <p:cNvPr id="525" name="Google Shape;525;p60"/>
          <p:cNvSpPr txBox="1"/>
          <p:nvPr>
            <p:ph idx="2" type="body"/>
          </p:nvPr>
        </p:nvSpPr>
        <p:spPr>
          <a:xfrm>
            <a:off x="5061375" y="560800"/>
            <a:ext cx="3837000" cy="428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Found most influential variables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3 separators of pitch types - Velocity, movement, and spin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Loadings show how each feature contributes to the underlying pitch‑shape dimensions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526" name="Google Shape;526;p60" title="Screenshot 2026-04-19 at 1.16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499" y="1708400"/>
            <a:ext cx="3725011" cy="3071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1"/>
          <p:cNvSpPr txBox="1"/>
          <p:nvPr>
            <p:ph type="title"/>
          </p:nvPr>
        </p:nvSpPr>
        <p:spPr>
          <a:xfrm>
            <a:off x="4866625" y="178875"/>
            <a:ext cx="4045200" cy="1939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 Means Clustering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61"/>
          <p:cNvSpPr txBox="1"/>
          <p:nvPr>
            <p:ph idx="2" type="body"/>
          </p:nvPr>
        </p:nvSpPr>
        <p:spPr>
          <a:xfrm>
            <a:off x="505200" y="238650"/>
            <a:ext cx="3837000" cy="46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Concern: LHP and RHP pitches have mirrored horizontal movement</a:t>
            </a:r>
            <a:endParaRPr sz="24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(e.g., RHP slider breaks right‑to‑left; LHP slider breaks left‑to‑right)</a:t>
            </a:r>
            <a:endParaRPr sz="17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PCA aligns these mirrored shapes in the same feature space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Flipping horizontal break for LHPs had minimal effect on PCA or cluster assignments</a:t>
            </a:r>
            <a:endParaRPr sz="2400"/>
          </a:p>
        </p:txBody>
      </p:sp>
      <p:pic>
        <p:nvPicPr>
          <p:cNvPr id="533" name="Google Shape;53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5050" y="1538025"/>
            <a:ext cx="3028350" cy="341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2"/>
          <p:cNvSpPr txBox="1"/>
          <p:nvPr>
            <p:ph type="title"/>
          </p:nvPr>
        </p:nvSpPr>
        <p:spPr>
          <a:xfrm>
            <a:off x="265500" y="428725"/>
            <a:ext cx="4045200" cy="646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 Profiles </a:t>
            </a:r>
            <a:endParaRPr/>
          </a:p>
        </p:txBody>
      </p:sp>
      <p:sp>
        <p:nvSpPr>
          <p:cNvPr id="539" name="Google Shape;539;p62"/>
          <p:cNvSpPr txBox="1"/>
          <p:nvPr>
            <p:ph idx="1" type="subTitle"/>
          </p:nvPr>
        </p:nvSpPr>
        <p:spPr>
          <a:xfrm>
            <a:off x="0" y="3016275"/>
            <a:ext cx="4045200" cy="16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Cluster 0: Sweepers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Cluster 1: Gyro sliders/ cutters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Cluster 2: Sinkers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Cluster 3: Ride fastballs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Cluster 4: Curveballs</a:t>
            </a:r>
            <a:endParaRPr sz="1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40" name="Google Shape;540;p62"/>
          <p:cNvSpPr txBox="1"/>
          <p:nvPr>
            <p:ph idx="2" type="body"/>
          </p:nvPr>
        </p:nvSpPr>
        <p:spPr>
          <a:xfrm>
            <a:off x="4884300" y="514988"/>
            <a:ext cx="3837000" cy="4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Char char="●"/>
            </a:pPr>
            <a:r>
              <a:rPr lang="en" sz="2400"/>
              <a:t>Cluster identities based on MLB + Tufts pitch characteristics: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sz="2400"/>
              <a:t>Clusters driven by </a:t>
            </a:r>
            <a:r>
              <a:rPr b="1" lang="en" sz="2400"/>
              <a:t>pitch shape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Char char="●"/>
            </a:pPr>
            <a:r>
              <a:rPr lang="en" sz="2400"/>
              <a:t>Slight right‑handed bias likely due to dataset</a:t>
            </a:r>
            <a:endParaRPr sz="2400"/>
          </a:p>
        </p:txBody>
      </p:sp>
      <p:pic>
        <p:nvPicPr>
          <p:cNvPr id="541" name="Google Shape;54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188" y="1222013"/>
            <a:ext cx="4643025" cy="134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3724" y="2888625"/>
            <a:ext cx="1671474" cy="188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3"/>
          <p:cNvSpPr txBox="1"/>
          <p:nvPr>
            <p:ph idx="2" type="body"/>
          </p:nvPr>
        </p:nvSpPr>
        <p:spPr>
          <a:xfrm>
            <a:off x="4884300" y="542400"/>
            <a:ext cx="3837000" cy="4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Cluster 3: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(≈87 mph), high IVB, positive HB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Cluster 2: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(≈82 mph), high IVB, negative HB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Cluster 4: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Lowest velocity, negative IVB + HB, high spin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Cluster 1: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Moderate movement, high spin, sharp late break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Cluster 0: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Mikely sweepers, possibly mixed with changeups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Overlap reflects natural inconsistency and pitch variability at the DIII level</a:t>
            </a:r>
            <a:endParaRPr sz="1700"/>
          </a:p>
        </p:txBody>
      </p:sp>
      <p:sp>
        <p:nvSpPr>
          <p:cNvPr id="548" name="Google Shape;548;p63"/>
          <p:cNvSpPr txBox="1"/>
          <p:nvPr>
            <p:ph type="title"/>
          </p:nvPr>
        </p:nvSpPr>
        <p:spPr>
          <a:xfrm>
            <a:off x="265500" y="428725"/>
            <a:ext cx="4045200" cy="646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 Profiles </a:t>
            </a:r>
            <a:endParaRPr/>
          </a:p>
        </p:txBody>
      </p:sp>
      <p:sp>
        <p:nvSpPr>
          <p:cNvPr id="549" name="Google Shape;549;p63"/>
          <p:cNvSpPr txBox="1"/>
          <p:nvPr>
            <p:ph idx="1" type="subTitle"/>
          </p:nvPr>
        </p:nvSpPr>
        <p:spPr>
          <a:xfrm>
            <a:off x="0" y="3016275"/>
            <a:ext cx="4045200" cy="16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Cluster 0: Sweepers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Cluster 1: Gyro sliders/ cutters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Cluster 2: Sinkers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Cluster 3: Ride fastballs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Cluster 4: Curveballs</a:t>
            </a:r>
            <a:endParaRPr sz="1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550" name="Google Shape;550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188" y="1222013"/>
            <a:ext cx="4643025" cy="134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3724" y="2888625"/>
            <a:ext cx="1671474" cy="188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4"/>
          <p:cNvSpPr txBox="1"/>
          <p:nvPr>
            <p:ph type="title"/>
          </p:nvPr>
        </p:nvSpPr>
        <p:spPr>
          <a:xfrm>
            <a:off x="265500" y="1233175"/>
            <a:ext cx="4045200" cy="12930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Selected</a:t>
            </a:r>
            <a:endParaRPr/>
          </a:p>
        </p:txBody>
      </p:sp>
      <p:sp>
        <p:nvSpPr>
          <p:cNvPr id="557" name="Google Shape;557;p6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Question 2</a:t>
            </a:r>
            <a:endParaRPr sz="3000"/>
          </a:p>
        </p:txBody>
      </p:sp>
      <p:sp>
        <p:nvSpPr>
          <p:cNvPr id="558" name="Google Shape;558;p64"/>
          <p:cNvSpPr txBox="1"/>
          <p:nvPr/>
        </p:nvSpPr>
        <p:spPr>
          <a:xfrm>
            <a:off x="4413300" y="457200"/>
            <a:ext cx="45912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Char char="-"/>
            </a:pPr>
            <a:r>
              <a:rPr lang="en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Methods Considered</a:t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Char char="-"/>
            </a:pPr>
            <a:r>
              <a:rPr lang="en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Neural Network</a:t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Char char="-"/>
            </a:pPr>
            <a:r>
              <a:rPr lang="en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Random Forest</a:t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Char char="-"/>
            </a:pPr>
            <a:r>
              <a:rPr lang="en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Regression</a:t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Char char="-"/>
            </a:pPr>
            <a:r>
              <a:rPr lang="en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Method Selected</a:t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Char char="-"/>
            </a:pPr>
            <a:r>
              <a:rPr lang="en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selected a Random Forest model due to the nature and inherent variance of pitch types</a:t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5"/>
          <p:cNvSpPr txBox="1"/>
          <p:nvPr>
            <p:ph type="title"/>
          </p:nvPr>
        </p:nvSpPr>
        <p:spPr>
          <a:xfrm>
            <a:off x="265500" y="1233175"/>
            <a:ext cx="4045200" cy="12930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Model</a:t>
            </a:r>
            <a:endParaRPr/>
          </a:p>
        </p:txBody>
      </p:sp>
      <p:sp>
        <p:nvSpPr>
          <p:cNvPr id="564" name="Google Shape;564;p6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 a model based on all pitch and context related features we have at our disposal</a:t>
            </a:r>
            <a:endParaRPr/>
          </a:p>
        </p:txBody>
      </p:sp>
      <p:pic>
        <p:nvPicPr>
          <p:cNvPr id="565" name="Google Shape;56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4650" y="994213"/>
            <a:ext cx="4528500" cy="3155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6"/>
          <p:cNvSpPr txBox="1"/>
          <p:nvPr>
            <p:ph type="title"/>
          </p:nvPr>
        </p:nvSpPr>
        <p:spPr>
          <a:xfrm>
            <a:off x="265500" y="1233175"/>
            <a:ext cx="4045200" cy="12930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Model</a:t>
            </a:r>
            <a:endParaRPr/>
          </a:p>
        </p:txBody>
      </p:sp>
      <p:sp>
        <p:nvSpPr>
          <p:cNvPr id="571" name="Google Shape;571;p6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model is fairly accurate given the limitations of the task </a:t>
            </a:r>
            <a:endParaRPr/>
          </a:p>
        </p:txBody>
      </p:sp>
      <p:sp>
        <p:nvSpPr>
          <p:cNvPr id="572" name="Google Shape;572;p6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573" name="Google Shape;573;p66"/>
          <p:cNvPicPr preferRelativeResize="0"/>
          <p:nvPr/>
        </p:nvPicPr>
        <p:blipFill rotWithShape="1">
          <a:blip r:embed="rId3">
            <a:alphaModFix/>
          </a:blip>
          <a:srcRect b="0" l="0" r="66499" t="0"/>
          <a:stretch/>
        </p:blipFill>
        <p:spPr>
          <a:xfrm>
            <a:off x="5513900" y="1233175"/>
            <a:ext cx="3063299" cy="3021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675" y="846187"/>
            <a:ext cx="6978649" cy="3451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8"/>
          <p:cNvSpPr txBox="1"/>
          <p:nvPr>
            <p:ph type="title"/>
          </p:nvPr>
        </p:nvSpPr>
        <p:spPr>
          <a:xfrm>
            <a:off x="265500" y="1233175"/>
            <a:ext cx="4045200" cy="1939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of Predicting Swing and Misses</a:t>
            </a:r>
            <a:endParaRPr/>
          </a:p>
        </p:txBody>
      </p:sp>
      <p:sp>
        <p:nvSpPr>
          <p:cNvPr id="584" name="Google Shape;584;p68"/>
          <p:cNvSpPr txBox="1"/>
          <p:nvPr>
            <p:ph idx="1" type="subTitle"/>
          </p:nvPr>
        </p:nvSpPr>
        <p:spPr>
          <a:xfrm>
            <a:off x="265500" y="3243900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85" name="Google Shape;585;p6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Incredibly</a:t>
            </a:r>
            <a:r>
              <a:rPr lang="en" sz="2400"/>
              <a:t> hitter dependent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High degree of randomness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Not pitcher arsenal specific</a:t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9"/>
          <p:cNvSpPr txBox="1"/>
          <p:nvPr>
            <p:ph type="title"/>
          </p:nvPr>
        </p:nvSpPr>
        <p:spPr>
          <a:xfrm>
            <a:off x="265500" y="1233175"/>
            <a:ext cx="4045200" cy="12930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Stratifying by Pitch Type</a:t>
            </a:r>
            <a:endParaRPr/>
          </a:p>
        </p:txBody>
      </p:sp>
      <p:sp>
        <p:nvSpPr>
          <p:cNvPr id="591" name="Google Shape;591;p6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Model stratified into breaking, offspeed, and fastballs is slightly but not significantly less accurate</a:t>
            </a:r>
            <a:endParaRPr/>
          </a:p>
        </p:txBody>
      </p:sp>
      <p:sp>
        <p:nvSpPr>
          <p:cNvPr id="592" name="Google Shape;592;p6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593" name="Google Shape;593;p69"/>
          <p:cNvPicPr preferRelativeResize="0"/>
          <p:nvPr/>
        </p:nvPicPr>
        <p:blipFill rotWithShape="1">
          <a:blip r:embed="rId3">
            <a:alphaModFix/>
          </a:blip>
          <a:srcRect b="0" l="0" r="65501" t="9519"/>
          <a:stretch/>
        </p:blipFill>
        <p:spPr>
          <a:xfrm>
            <a:off x="5225475" y="1055032"/>
            <a:ext cx="3154651" cy="2734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70"/>
          <p:cNvSpPr txBox="1"/>
          <p:nvPr>
            <p:ph type="title"/>
          </p:nvPr>
        </p:nvSpPr>
        <p:spPr>
          <a:xfrm>
            <a:off x="265500" y="1233175"/>
            <a:ext cx="4045200" cy="646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</a:t>
            </a:r>
            <a:endParaRPr/>
          </a:p>
        </p:txBody>
      </p:sp>
      <p:sp>
        <p:nvSpPr>
          <p:cNvPr id="599" name="Google Shape;599;p7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to see if we can get more accuracy via a neural network</a:t>
            </a:r>
            <a:endParaRPr/>
          </a:p>
        </p:txBody>
      </p:sp>
      <p:sp>
        <p:nvSpPr>
          <p:cNvPr id="600" name="Google Shape;600;p7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601" name="Google Shape;601;p70"/>
          <p:cNvPicPr preferRelativeResize="0"/>
          <p:nvPr/>
        </p:nvPicPr>
        <p:blipFill rotWithShape="1">
          <a:blip r:embed="rId3">
            <a:alphaModFix/>
          </a:blip>
          <a:srcRect b="0" l="0" r="49794" t="0"/>
          <a:stretch/>
        </p:blipFill>
        <p:spPr>
          <a:xfrm>
            <a:off x="5546500" y="820050"/>
            <a:ext cx="3006975" cy="196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70"/>
          <p:cNvPicPr preferRelativeResize="0"/>
          <p:nvPr/>
        </p:nvPicPr>
        <p:blipFill rotWithShape="1">
          <a:blip r:embed="rId3">
            <a:alphaModFix/>
          </a:blip>
          <a:srcRect b="0" l="50092" r="0" t="0"/>
          <a:stretch/>
        </p:blipFill>
        <p:spPr>
          <a:xfrm>
            <a:off x="5546500" y="2838355"/>
            <a:ext cx="3006975" cy="1974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1"/>
          <p:cNvSpPr txBox="1"/>
          <p:nvPr>
            <p:ph type="title"/>
          </p:nvPr>
        </p:nvSpPr>
        <p:spPr>
          <a:xfrm>
            <a:off x="265500" y="1233175"/>
            <a:ext cx="4045200" cy="646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</a:t>
            </a:r>
            <a:endParaRPr/>
          </a:p>
        </p:txBody>
      </p:sp>
      <p:sp>
        <p:nvSpPr>
          <p:cNvPr id="608" name="Google Shape;608;p71"/>
          <p:cNvSpPr txBox="1"/>
          <p:nvPr>
            <p:ph idx="1" type="subTitle"/>
          </p:nvPr>
        </p:nvSpPr>
        <p:spPr>
          <a:xfrm>
            <a:off x="265500" y="244322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significant increase in accuracy, inflated swing and miss rate in predictions still present</a:t>
            </a:r>
            <a:endParaRPr/>
          </a:p>
        </p:txBody>
      </p:sp>
      <p:sp>
        <p:nvSpPr>
          <p:cNvPr id="609" name="Google Shape;609;p7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610" name="Google Shape;610;p71"/>
          <p:cNvPicPr preferRelativeResize="0"/>
          <p:nvPr/>
        </p:nvPicPr>
        <p:blipFill rotWithShape="1">
          <a:blip r:embed="rId3">
            <a:alphaModFix/>
          </a:blip>
          <a:srcRect b="0" l="0" r="66152" t="9837"/>
          <a:stretch/>
        </p:blipFill>
        <p:spPr>
          <a:xfrm>
            <a:off x="5056550" y="1034513"/>
            <a:ext cx="3492499" cy="307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16200"/>
            <a:ext cx="8839201" cy="4367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3"/>
          <p:cNvSpPr txBox="1"/>
          <p:nvPr>
            <p:ph type="title"/>
          </p:nvPr>
        </p:nvSpPr>
        <p:spPr>
          <a:xfrm>
            <a:off x="265500" y="1233175"/>
            <a:ext cx="4045200" cy="12930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</a:t>
            </a:r>
            <a:endParaRPr/>
          </a:p>
        </p:txBody>
      </p:sp>
      <p:sp>
        <p:nvSpPr>
          <p:cNvPr id="621" name="Google Shape;621;p7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Trying Logistic Regression to see if we can enhance accuracy from the Random Forest</a:t>
            </a:r>
            <a:endParaRPr/>
          </a:p>
        </p:txBody>
      </p:sp>
      <p:sp>
        <p:nvSpPr>
          <p:cNvPr id="622" name="Google Shape;622;p7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623" name="Google Shape;623;p73"/>
          <p:cNvPicPr preferRelativeResize="0"/>
          <p:nvPr/>
        </p:nvPicPr>
        <p:blipFill rotWithShape="1">
          <a:blip r:embed="rId3">
            <a:alphaModFix/>
          </a:blip>
          <a:srcRect b="0" l="0" r="50000" t="0"/>
          <a:stretch/>
        </p:blipFill>
        <p:spPr>
          <a:xfrm>
            <a:off x="5365450" y="228600"/>
            <a:ext cx="3089773" cy="234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73"/>
          <p:cNvPicPr preferRelativeResize="0"/>
          <p:nvPr/>
        </p:nvPicPr>
        <p:blipFill rotWithShape="1">
          <a:blip r:embed="rId3">
            <a:alphaModFix/>
          </a:blip>
          <a:srcRect b="0" l="49977" r="0" t="0"/>
          <a:stretch/>
        </p:blipFill>
        <p:spPr>
          <a:xfrm>
            <a:off x="5365450" y="2617903"/>
            <a:ext cx="3089773" cy="2342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4"/>
          <p:cNvSpPr txBox="1"/>
          <p:nvPr>
            <p:ph type="title"/>
          </p:nvPr>
        </p:nvSpPr>
        <p:spPr>
          <a:xfrm>
            <a:off x="265500" y="1233175"/>
            <a:ext cx="4045200" cy="12930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</a:t>
            </a:r>
            <a:endParaRPr/>
          </a:p>
        </p:txBody>
      </p:sp>
      <p:sp>
        <p:nvSpPr>
          <p:cNvPr id="630" name="Google Shape;630;p74"/>
          <p:cNvSpPr txBox="1"/>
          <p:nvPr>
            <p:ph idx="1" type="subTitle"/>
          </p:nvPr>
        </p:nvSpPr>
        <p:spPr>
          <a:xfrm>
            <a:off x="265500" y="2993550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</a:t>
            </a:r>
            <a:r>
              <a:rPr lang="en"/>
              <a:t>inaccurate</a:t>
            </a:r>
            <a:r>
              <a:rPr lang="en"/>
              <a:t> model yet, highest rate of false negatives out of any other model by a large margin</a:t>
            </a:r>
            <a:endParaRPr/>
          </a:p>
        </p:txBody>
      </p:sp>
      <p:sp>
        <p:nvSpPr>
          <p:cNvPr id="631" name="Google Shape;631;p7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632" name="Google Shape;632;p74"/>
          <p:cNvPicPr preferRelativeResize="0"/>
          <p:nvPr/>
        </p:nvPicPr>
        <p:blipFill rotWithShape="1">
          <a:blip r:embed="rId3">
            <a:alphaModFix/>
          </a:blip>
          <a:srcRect b="0" l="0" r="65501" t="9058"/>
          <a:stretch/>
        </p:blipFill>
        <p:spPr>
          <a:xfrm>
            <a:off x="5050525" y="997225"/>
            <a:ext cx="3614951" cy="314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75"/>
          <p:cNvSpPr txBox="1"/>
          <p:nvPr>
            <p:ph type="title"/>
          </p:nvPr>
        </p:nvSpPr>
        <p:spPr>
          <a:xfrm>
            <a:off x="265500" y="1233175"/>
            <a:ext cx="4045200" cy="25860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Moving forward with non-stratified Random Forest</a:t>
            </a:r>
            <a:endParaRPr/>
          </a:p>
        </p:txBody>
      </p:sp>
      <p:sp>
        <p:nvSpPr>
          <p:cNvPr id="638" name="Google Shape;638;p75"/>
          <p:cNvSpPr txBox="1"/>
          <p:nvPr/>
        </p:nvSpPr>
        <p:spPr>
          <a:xfrm>
            <a:off x="4645050" y="771475"/>
            <a:ext cx="43155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Char char="-"/>
            </a:pPr>
            <a:r>
              <a:rPr lang="en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feel relatively satisfied with the results achieved with our initial random forest model</a:t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Char char="-"/>
            </a:pPr>
            <a:r>
              <a:rPr lang="en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Although overly optimistic, the feature importance aligns with our baseball intuition</a:t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Sans"/>
              <a:buChar char="-"/>
            </a:pPr>
            <a:r>
              <a:rPr lang="en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Integrate Hitter Data?</a:t>
            </a:r>
            <a:endParaRPr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62" y="347925"/>
            <a:ext cx="7679873" cy="4447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77"/>
          <p:cNvSpPr txBox="1"/>
          <p:nvPr>
            <p:ph type="title"/>
          </p:nvPr>
        </p:nvSpPr>
        <p:spPr>
          <a:xfrm>
            <a:off x="490250" y="450150"/>
            <a:ext cx="6367800" cy="73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mpetitive Analysis">
  <a:themeElements>
    <a:clrScheme name="Simple Light">
      <a:dk1>
        <a:srgbClr val="F1F5F8"/>
      </a:dk1>
      <a:lt1>
        <a:srgbClr val="49070E"/>
      </a:lt1>
      <a:dk2>
        <a:srgbClr val="F8E4DC"/>
      </a:dk2>
      <a:lt2>
        <a:srgbClr val="F2631F"/>
      </a:lt2>
      <a:accent1>
        <a:srgbClr val="FFC490"/>
      </a:accent1>
      <a:accent2>
        <a:srgbClr val="913700"/>
      </a:accent2>
      <a:accent3>
        <a:srgbClr val="EACFC3"/>
      </a:accent3>
      <a:accent4>
        <a:srgbClr val="AB3F23"/>
      </a:accent4>
      <a:accent5>
        <a:srgbClr val="681227"/>
      </a:accent5>
      <a:accent6>
        <a:srgbClr val="EE732D"/>
      </a:accent6>
      <a:hlink>
        <a:srgbClr val="C2512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